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12"/>
  </p:notesMasterIdLst>
  <p:handoutMasterIdLst>
    <p:handoutMasterId r:id="rId13"/>
  </p:handoutMasterIdLst>
  <p:sldIdLst>
    <p:sldId id="257" r:id="rId2"/>
    <p:sldId id="261" r:id="rId3"/>
    <p:sldId id="313" r:id="rId4"/>
    <p:sldId id="349" r:id="rId5"/>
    <p:sldId id="348" r:id="rId6"/>
    <p:sldId id="344" r:id="rId7"/>
    <p:sldId id="350" r:id="rId8"/>
    <p:sldId id="345" r:id="rId9"/>
    <p:sldId id="347" r:id="rId10"/>
    <p:sldId id="300" r:id="rId1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C02034"/>
    <a:srgbClr val="4472C4"/>
    <a:srgbClr val="00C012"/>
    <a:srgbClr val="AFFFAF"/>
    <a:srgbClr val="EA2B2B"/>
    <a:srgbClr val="737373"/>
    <a:srgbClr val="BF2135"/>
    <a:srgbClr val="FFFFFF"/>
    <a:srgbClr val="E7A41D"/>
    <a:srgbClr val="C52135"/>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E3F490EF-5426-4A9A-87BF-21EE557E3802}" v="1475" dt="2025-10-23T00:22:26.744"/>
  </p1510:revLst>
</p1510:revInfo>
</file>

<file path=ppt/tableStyles.xml><?xml version="1.0" encoding="utf-8"?>
<a:tblStyleLst xmlns:a="http://schemas.openxmlformats.org/drawingml/2006/main" def="{5C22544A-7EE6-4342-B048-85BDC9FD1C3A}">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21191" autoAdjust="0"/>
    <p:restoredTop sz="94660"/>
  </p:normalViewPr>
  <p:slideViewPr>
    <p:cSldViewPr snapToGrid="0">
      <p:cViewPr varScale="1">
        <p:scale>
          <a:sx n="85" d="100"/>
          <a:sy n="85" d="100"/>
        </p:scale>
        <p:origin x="1123" y="6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handoutMaster" Target="handoutMasters/handoutMaster1.xml"/><Relationship Id="rId18" Type="http://schemas.microsoft.com/office/2016/11/relationships/changesInfo" Target="changesInfos/changesInfo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notesMaster" Target="notesMasters/notesMaster1.xml"/><Relationship Id="rId17"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viewProps" Target="viewProps.xml"/><Relationship Id="rId10" Type="http://schemas.openxmlformats.org/officeDocument/2006/relationships/slide" Target="slides/slide9.xml"/><Relationship Id="rId19" Type="http://schemas.microsoft.com/office/2015/10/relationships/revisionInfo" Target="revisionInfo.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presProps" Target="pres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minh vương" userId="4a2e6cd062483486" providerId="LiveId" clId="{42683B26-4CFB-4E16-A6DC-5F01B93AA533}"/>
    <pc:docChg chg="undo custSel addSld delSld modSld">
      <pc:chgData name="minh vương" userId="4a2e6cd062483486" providerId="LiveId" clId="{42683B26-4CFB-4E16-A6DC-5F01B93AA533}" dt="2025-10-23T00:22:26.744" v="1642"/>
      <pc:docMkLst>
        <pc:docMk/>
      </pc:docMkLst>
      <pc:sldChg chg="modSp mod">
        <pc:chgData name="minh vương" userId="4a2e6cd062483486" providerId="LiveId" clId="{42683B26-4CFB-4E16-A6DC-5F01B93AA533}" dt="2025-10-22T04:53:39.337" v="110" actId="20577"/>
        <pc:sldMkLst>
          <pc:docMk/>
          <pc:sldMk cId="0" sldId="257"/>
        </pc:sldMkLst>
        <pc:spChg chg="mod">
          <ac:chgData name="minh vương" userId="4a2e6cd062483486" providerId="LiveId" clId="{42683B26-4CFB-4E16-A6DC-5F01B93AA533}" dt="2025-10-22T04:52:37.260" v="5"/>
          <ac:spMkLst>
            <pc:docMk/>
            <pc:sldMk cId="0" sldId="257"/>
            <ac:spMk id="3" creationId="{87E382B8-3A9F-1151-9029-A494F8222424}"/>
          </ac:spMkLst>
        </pc:spChg>
        <pc:spChg chg="mod">
          <ac:chgData name="minh vương" userId="4a2e6cd062483486" providerId="LiveId" clId="{42683B26-4CFB-4E16-A6DC-5F01B93AA533}" dt="2025-10-22T04:53:39.337" v="110" actId="20577"/>
          <ac:spMkLst>
            <pc:docMk/>
            <pc:sldMk cId="0" sldId="257"/>
            <ac:spMk id="11" creationId="{00000000-0000-0000-0000-000000000000}"/>
          </ac:spMkLst>
        </pc:spChg>
      </pc:sldChg>
      <pc:sldChg chg="modSp modAnim">
        <pc:chgData name="minh vương" userId="4a2e6cd062483486" providerId="LiveId" clId="{42683B26-4CFB-4E16-A6DC-5F01B93AA533}" dt="2025-10-22T04:57:46.869" v="666" actId="20577"/>
        <pc:sldMkLst>
          <pc:docMk/>
          <pc:sldMk cId="0" sldId="261"/>
        </pc:sldMkLst>
        <pc:spChg chg="mod">
          <ac:chgData name="minh vương" userId="4a2e6cd062483486" providerId="LiveId" clId="{42683B26-4CFB-4E16-A6DC-5F01B93AA533}" dt="2025-10-22T04:57:46.869" v="666" actId="20577"/>
          <ac:spMkLst>
            <pc:docMk/>
            <pc:sldMk cId="0" sldId="261"/>
            <ac:spMk id="8" creationId="{00000000-0000-0000-0000-000000000000}"/>
          </ac:spMkLst>
        </pc:spChg>
      </pc:sldChg>
      <pc:sldChg chg="addSp delSp modSp mod delAnim modAnim">
        <pc:chgData name="minh vương" userId="4a2e6cd062483486" providerId="LiveId" clId="{42683B26-4CFB-4E16-A6DC-5F01B93AA533}" dt="2025-10-22T05:06:24.635" v="1243" actId="1076"/>
        <pc:sldMkLst>
          <pc:docMk/>
          <pc:sldMk cId="3295176521" sldId="313"/>
        </pc:sldMkLst>
        <pc:spChg chg="mod">
          <ac:chgData name="minh vương" userId="4a2e6cd062483486" providerId="LiveId" clId="{42683B26-4CFB-4E16-A6DC-5F01B93AA533}" dt="2025-10-22T04:58:12.728" v="695" actId="20577"/>
          <ac:spMkLst>
            <pc:docMk/>
            <pc:sldMk cId="3295176521" sldId="313"/>
            <ac:spMk id="2" creationId="{5FE905CC-2815-94A1-8708-CA8271A10751}"/>
          </ac:spMkLst>
        </pc:spChg>
        <pc:spChg chg="del">
          <ac:chgData name="minh vương" userId="4a2e6cd062483486" providerId="LiveId" clId="{42683B26-4CFB-4E16-A6DC-5F01B93AA533}" dt="2025-10-22T04:58:33.948" v="705" actId="478"/>
          <ac:spMkLst>
            <pc:docMk/>
            <pc:sldMk cId="3295176521" sldId="313"/>
            <ac:spMk id="3" creationId="{9520DD8D-6565-1922-5C3E-7951DF80603B}"/>
          </ac:spMkLst>
        </pc:spChg>
        <pc:spChg chg="del">
          <ac:chgData name="minh vương" userId="4a2e6cd062483486" providerId="LiveId" clId="{42683B26-4CFB-4E16-A6DC-5F01B93AA533}" dt="2025-10-22T04:58:39.306" v="708" actId="478"/>
          <ac:spMkLst>
            <pc:docMk/>
            <pc:sldMk cId="3295176521" sldId="313"/>
            <ac:spMk id="4" creationId="{4B01D1D4-0628-9196-AE3B-3F7253B87E8C}"/>
          </ac:spMkLst>
        </pc:spChg>
        <pc:spChg chg="mod">
          <ac:chgData name="minh vương" userId="4a2e6cd062483486" providerId="LiveId" clId="{42683B26-4CFB-4E16-A6DC-5F01B93AA533}" dt="2025-10-22T05:03:54.948" v="1223" actId="255"/>
          <ac:spMkLst>
            <pc:docMk/>
            <pc:sldMk cId="3295176521" sldId="313"/>
            <ac:spMk id="8" creationId="{3980F131-6BAF-8BF9-2D60-F231F94EF4C7}"/>
          </ac:spMkLst>
        </pc:spChg>
        <pc:spChg chg="del">
          <ac:chgData name="minh vương" userId="4a2e6cd062483486" providerId="LiveId" clId="{42683B26-4CFB-4E16-A6DC-5F01B93AA533}" dt="2025-10-22T04:58:37.272" v="707" actId="478"/>
          <ac:spMkLst>
            <pc:docMk/>
            <pc:sldMk cId="3295176521" sldId="313"/>
            <ac:spMk id="9" creationId="{0FE1BACA-91DA-78D8-02C4-481C5763B2A2}"/>
          </ac:spMkLst>
        </pc:spChg>
        <pc:spChg chg="del">
          <ac:chgData name="minh vương" userId="4a2e6cd062483486" providerId="LiveId" clId="{42683B26-4CFB-4E16-A6DC-5F01B93AA533}" dt="2025-10-22T04:58:35.421" v="706" actId="478"/>
          <ac:spMkLst>
            <pc:docMk/>
            <pc:sldMk cId="3295176521" sldId="313"/>
            <ac:spMk id="10" creationId="{69EC222B-C8DC-F287-4B07-9543829F46B7}"/>
          </ac:spMkLst>
        </pc:spChg>
        <pc:spChg chg="del">
          <ac:chgData name="minh vương" userId="4a2e6cd062483486" providerId="LiveId" clId="{42683B26-4CFB-4E16-A6DC-5F01B93AA533}" dt="2025-10-22T05:03:44.501" v="1222" actId="478"/>
          <ac:spMkLst>
            <pc:docMk/>
            <pc:sldMk cId="3295176521" sldId="313"/>
            <ac:spMk id="11" creationId="{76B9321E-53D9-5B47-EA67-BF9A60ACBE85}"/>
          </ac:spMkLst>
        </pc:spChg>
        <pc:picChg chg="add mod modCrop">
          <ac:chgData name="minh vương" userId="4a2e6cd062483486" providerId="LiveId" clId="{42683B26-4CFB-4E16-A6DC-5F01B93AA533}" dt="2025-10-22T05:06:24.635" v="1243" actId="1076"/>
          <ac:picMkLst>
            <pc:docMk/>
            <pc:sldMk cId="3295176521" sldId="313"/>
            <ac:picMk id="12" creationId="{ADE4EAA3-2D15-4A13-9CF4-F9AF54E23202}"/>
          </ac:picMkLst>
        </pc:picChg>
        <pc:picChg chg="del">
          <ac:chgData name="minh vương" userId="4a2e6cd062483486" providerId="LiveId" clId="{42683B26-4CFB-4E16-A6DC-5F01B93AA533}" dt="2025-10-22T04:58:32.744" v="704" actId="478"/>
          <ac:picMkLst>
            <pc:docMk/>
            <pc:sldMk cId="3295176521" sldId="313"/>
            <ac:picMk id="13" creationId="{FD873485-75CA-EB92-ADB4-F84F5DFAE1F9}"/>
          </ac:picMkLst>
        </pc:picChg>
        <pc:picChg chg="del">
          <ac:chgData name="minh vương" userId="4a2e6cd062483486" providerId="LiveId" clId="{42683B26-4CFB-4E16-A6DC-5F01B93AA533}" dt="2025-10-22T04:58:30.963" v="701" actId="478"/>
          <ac:picMkLst>
            <pc:docMk/>
            <pc:sldMk cId="3295176521" sldId="313"/>
            <ac:picMk id="14" creationId="{50E04565-201A-B883-1991-158673FA83DE}"/>
          </ac:picMkLst>
        </pc:picChg>
        <pc:picChg chg="del">
          <ac:chgData name="minh vương" userId="4a2e6cd062483486" providerId="LiveId" clId="{42683B26-4CFB-4E16-A6DC-5F01B93AA533}" dt="2025-10-22T04:58:31.450" v="702" actId="478"/>
          <ac:picMkLst>
            <pc:docMk/>
            <pc:sldMk cId="3295176521" sldId="313"/>
            <ac:picMk id="15" creationId="{46ADB932-6E31-8A0A-32A3-10B2BA2772C2}"/>
          </ac:picMkLst>
        </pc:picChg>
        <pc:picChg chg="del">
          <ac:chgData name="minh vương" userId="4a2e6cd062483486" providerId="LiveId" clId="{42683B26-4CFB-4E16-A6DC-5F01B93AA533}" dt="2025-10-22T04:58:32.025" v="703" actId="478"/>
          <ac:picMkLst>
            <pc:docMk/>
            <pc:sldMk cId="3295176521" sldId="313"/>
            <ac:picMk id="16" creationId="{3B402463-D6DC-98EA-EB57-9D81FC44C173}"/>
          </ac:picMkLst>
        </pc:picChg>
        <pc:picChg chg="add mod">
          <ac:chgData name="minh vương" userId="4a2e6cd062483486" providerId="LiveId" clId="{42683B26-4CFB-4E16-A6DC-5F01B93AA533}" dt="2025-10-22T05:06:20.105" v="1241" actId="14100"/>
          <ac:picMkLst>
            <pc:docMk/>
            <pc:sldMk cId="3295176521" sldId="313"/>
            <ac:picMk id="17" creationId="{0C0135F8-3997-EC45-82C2-76A3A976FDB2}"/>
          </ac:picMkLst>
        </pc:picChg>
      </pc:sldChg>
      <pc:sldChg chg="del">
        <pc:chgData name="minh vương" userId="4a2e6cd062483486" providerId="LiveId" clId="{42683B26-4CFB-4E16-A6DC-5F01B93AA533}" dt="2025-10-22T04:58:26.635" v="700" actId="47"/>
        <pc:sldMkLst>
          <pc:docMk/>
          <pc:sldMk cId="855940976" sldId="339"/>
        </pc:sldMkLst>
      </pc:sldChg>
      <pc:sldChg chg="del">
        <pc:chgData name="minh vương" userId="4a2e6cd062483486" providerId="LiveId" clId="{42683B26-4CFB-4E16-A6DC-5F01B93AA533}" dt="2025-10-22T04:58:21.058" v="696" actId="47"/>
        <pc:sldMkLst>
          <pc:docMk/>
          <pc:sldMk cId="1233505526" sldId="340"/>
        </pc:sldMkLst>
      </pc:sldChg>
      <pc:sldChg chg="del">
        <pc:chgData name="minh vương" userId="4a2e6cd062483486" providerId="LiveId" clId="{42683B26-4CFB-4E16-A6DC-5F01B93AA533}" dt="2025-10-22T04:58:21.917" v="697" actId="47"/>
        <pc:sldMkLst>
          <pc:docMk/>
          <pc:sldMk cId="302983658" sldId="341"/>
        </pc:sldMkLst>
      </pc:sldChg>
      <pc:sldChg chg="del">
        <pc:chgData name="minh vương" userId="4a2e6cd062483486" providerId="LiveId" clId="{42683B26-4CFB-4E16-A6DC-5F01B93AA533}" dt="2025-10-22T04:58:23.432" v="698" actId="47"/>
        <pc:sldMkLst>
          <pc:docMk/>
          <pc:sldMk cId="3430719074" sldId="342"/>
        </pc:sldMkLst>
      </pc:sldChg>
      <pc:sldChg chg="del">
        <pc:chgData name="minh vương" userId="4a2e6cd062483486" providerId="LiveId" clId="{42683B26-4CFB-4E16-A6DC-5F01B93AA533}" dt="2025-10-22T04:58:24.831" v="699" actId="47"/>
        <pc:sldMkLst>
          <pc:docMk/>
          <pc:sldMk cId="3319003983" sldId="343"/>
        </pc:sldMkLst>
      </pc:sldChg>
      <pc:sldChg chg="addSp delSp modSp add mod modAnim">
        <pc:chgData name="minh vương" userId="4a2e6cd062483486" providerId="LiveId" clId="{42683B26-4CFB-4E16-A6DC-5F01B93AA533}" dt="2025-10-22T05:12:26.527" v="1641" actId="1076"/>
        <pc:sldMkLst>
          <pc:docMk/>
          <pc:sldMk cId="1768070388" sldId="348"/>
        </pc:sldMkLst>
        <pc:spChg chg="add mod">
          <ac:chgData name="minh vương" userId="4a2e6cd062483486" providerId="LiveId" clId="{42683B26-4CFB-4E16-A6DC-5F01B93AA533}" dt="2025-10-22T05:12:26.527" v="1641" actId="1076"/>
          <ac:spMkLst>
            <pc:docMk/>
            <pc:sldMk cId="1768070388" sldId="348"/>
            <ac:spMk id="3" creationId="{C9266D90-C5E4-4655-5E60-BF1D43E78CD8}"/>
          </ac:spMkLst>
        </pc:spChg>
        <pc:spChg chg="mod">
          <ac:chgData name="minh vương" userId="4a2e6cd062483486" providerId="LiveId" clId="{42683B26-4CFB-4E16-A6DC-5F01B93AA533}" dt="2025-10-22T05:09:10.605" v="1275" actId="20577"/>
          <ac:spMkLst>
            <pc:docMk/>
            <pc:sldMk cId="1768070388" sldId="348"/>
            <ac:spMk id="8" creationId="{12B5CD9C-784C-CD81-1564-903FD48EF609}"/>
          </ac:spMkLst>
        </pc:spChg>
        <pc:picChg chg="del">
          <ac:chgData name="minh vương" userId="4a2e6cd062483486" providerId="LiveId" clId="{42683B26-4CFB-4E16-A6DC-5F01B93AA533}" dt="2025-10-22T05:07:12.935" v="1245" actId="478"/>
          <ac:picMkLst>
            <pc:docMk/>
            <pc:sldMk cId="1768070388" sldId="348"/>
            <ac:picMk id="12" creationId="{B7F66830-9B6F-F7E9-167F-98E71799CA66}"/>
          </ac:picMkLst>
        </pc:picChg>
        <pc:picChg chg="del">
          <ac:chgData name="minh vương" userId="4a2e6cd062483486" providerId="LiveId" clId="{42683B26-4CFB-4E16-A6DC-5F01B93AA533}" dt="2025-10-22T05:07:13.448" v="1246" actId="478"/>
          <ac:picMkLst>
            <pc:docMk/>
            <pc:sldMk cId="1768070388" sldId="348"/>
            <ac:picMk id="17" creationId="{372A6960-74E1-E6C3-F941-0781B4B4F790}"/>
          </ac:picMkLst>
        </pc:picChg>
      </pc:sldChg>
      <pc:sldChg chg="add">
        <pc:chgData name="minh vương" userId="4a2e6cd062483486" providerId="LiveId" clId="{42683B26-4CFB-4E16-A6DC-5F01B93AA533}" dt="2025-10-23T00:22:26.744" v="1642"/>
        <pc:sldMkLst>
          <pc:docMk/>
          <pc:sldMk cId="4008354776" sldId="349"/>
        </pc:sldMkLst>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48B45424-6BAC-416C-8F6C-5F9DE854A36B}" type="datetimeFigureOut">
              <a:rPr lang="en-US" smtClean="0"/>
              <a:t>4/29/2026</a:t>
            </a:fld>
            <a:endParaRPr lang="en-US"/>
          </a:p>
        </p:txBody>
      </p:sp>
      <p:sp>
        <p:nvSpPr>
          <p:cNvPr id="4" name="Footer Placeholder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3E34D737-83BD-4FDE-8CF3-8BC01E7FCF39}" type="slidenum">
              <a:rPr lang="en-US" smtClean="0"/>
              <a:t>‹#›</a:t>
            </a:fld>
            <a:endParaRPr lang="en-US"/>
          </a:p>
        </p:txBody>
      </p:sp>
    </p:spTree>
    <p:extLst>
      <p:ext uri="{BB962C8B-B14F-4D97-AF65-F5344CB8AC3E}">
        <p14:creationId xmlns:p14="http://schemas.microsoft.com/office/powerpoint/2010/main" val="1"/>
      </p:ext>
    </p:extLst>
  </p:cSld>
  <p:clrMap bg1="lt1" tx1="dk1" bg2="lt2" tx2="dk2" accent1="accent1" accent2="accent2" accent3="accent3" accent4="accent4" accent5="accent5" accent6="accent6" hlink="hlink" folHlink="folHlink"/>
  <p:hf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6B733702-C25A-40B9-9167-54BAA79B29B0}" type="datetimeFigureOut">
              <a:rPr lang="en-US" smtClean="0"/>
              <a:t>4/29/2026</a:t>
            </a:fld>
            <a:endParaRPr lang="en-US"/>
          </a:p>
        </p:txBody>
      </p:sp>
      <p:sp>
        <p:nvSpPr>
          <p:cNvPr id="4" name="Slide Image Placeholder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B2FC7A4-3D1B-482D-8C9D-7642A2CE3076}" type="slidenum">
              <a:rPr lang="en-US" smtClean="0"/>
              <a:t>‹#›</a:t>
            </a:fld>
            <a:endParaRPr lang="en-US"/>
          </a:p>
        </p:txBody>
      </p:sp>
    </p:spTree>
  </p:cSld>
  <p:clrMap bg1="lt1" tx1="dk1" bg2="lt2" tx2="dk2" accent1="accent1" accent2="accent2" accent3="accent3" accent4="accent4" accent5="accent5" accent6="accent6" hlink="hlink" folHlink="folHlink"/>
  <p:hf hdr="0" ftr="0" dt="0"/>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userDrawn="1">
  <p:cSld name="1_Title and Conten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userDrawn="1">
  <p:cSld name="1_Two Conten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14" name="Date Placeholder 3"/>
          <p:cNvSpPr>
            <a:spLocks noGrp="1"/>
          </p:cNvSpPr>
          <p:nvPr>
            <p:ph type="dt" sz="half" idx="10"/>
          </p:nvPr>
        </p:nvSpPr>
        <p:spPr>
          <a:xfrm>
            <a:off x="628650" y="6565257"/>
            <a:ext cx="2057400" cy="365125"/>
          </a:xfrm>
          <a:prstGeom prst="rect">
            <a:avLst/>
          </a:prstGeom>
        </p:spPr>
        <p:txBody>
          <a:bodyPr/>
          <a:lstStyle>
            <a:lvl1pPr>
              <a:defRPr sz="1200" b="1">
                <a:solidFill>
                  <a:srgbClr val="C00000"/>
                </a:solidFill>
                <a:latin typeface="Lato" panose="020F0502020204030203" pitchFamily="34" charset="0"/>
                <a:ea typeface="Lato" panose="020F0502020204030203" pitchFamily="34" charset="0"/>
                <a:cs typeface="Lato" panose="020F0502020204030203" pitchFamily="34" charset="0"/>
              </a:defRPr>
            </a:lvl1pPr>
          </a:lstStyle>
          <a:p>
            <a:fld id="{F70EAA40-3A53-4A3D-924A-D38F1059C7D5}" type="datetime1">
              <a:rPr lang="en-US" smtClean="0"/>
              <a:t>4/29/2026</a:t>
            </a:fld>
            <a:endParaRPr lang="en-US"/>
          </a:p>
        </p:txBody>
      </p:sp>
      <p:sp>
        <p:nvSpPr>
          <p:cNvPr id="15" name="Footer Placeholder 4"/>
          <p:cNvSpPr>
            <a:spLocks noGrp="1"/>
          </p:cNvSpPr>
          <p:nvPr>
            <p:ph type="ftr" sz="quarter" idx="11"/>
          </p:nvPr>
        </p:nvSpPr>
        <p:spPr>
          <a:xfrm>
            <a:off x="3028950" y="6565257"/>
            <a:ext cx="3086100" cy="365125"/>
          </a:xfrm>
          <a:prstGeom prst="rect">
            <a:avLst/>
          </a:prstGeom>
        </p:spPr>
        <p:txBody>
          <a:bodyPr/>
          <a:lstStyle>
            <a:lvl1pPr algn="ctr">
              <a:defRPr sz="1200" b="1">
                <a:solidFill>
                  <a:srgbClr val="C00000"/>
                </a:solidFill>
                <a:latin typeface="Lato" panose="020F0502020204030203" pitchFamily="34" charset="0"/>
                <a:ea typeface="Lato" panose="020F0502020204030203" pitchFamily="34" charset="0"/>
                <a:cs typeface="Lato" panose="020F0502020204030203" pitchFamily="34" charset="0"/>
              </a:defRPr>
            </a:lvl1pPr>
          </a:lstStyle>
          <a:p>
            <a:endParaRPr lang="en-US"/>
          </a:p>
        </p:txBody>
      </p:sp>
      <p:sp>
        <p:nvSpPr>
          <p:cNvPr id="16" name="Slide Number Placeholder 5"/>
          <p:cNvSpPr>
            <a:spLocks noGrp="1"/>
          </p:cNvSpPr>
          <p:nvPr>
            <p:ph type="sldNum" sz="quarter" idx="12"/>
          </p:nvPr>
        </p:nvSpPr>
        <p:spPr>
          <a:xfrm>
            <a:off x="6867383" y="6572126"/>
            <a:ext cx="2057400" cy="365125"/>
          </a:xfrm>
          <a:prstGeom prst="rect">
            <a:avLst/>
          </a:prstGeom>
        </p:spPr>
        <p:txBody>
          <a:bodyPr/>
          <a:lstStyle>
            <a:lvl1pPr algn="r">
              <a:defRPr sz="1200" b="1">
                <a:solidFill>
                  <a:srgbClr val="C00000"/>
                </a:solidFill>
                <a:latin typeface="Lato" panose="020F0502020204030203" pitchFamily="34" charset="0"/>
                <a:ea typeface="Lato" panose="020F0502020204030203" pitchFamily="34" charset="0"/>
                <a:cs typeface="Lato" panose="020F0502020204030203" pitchFamily="34" charset="0"/>
              </a:defRPr>
            </a:lvl1pPr>
          </a:lstStyle>
          <a:p>
            <a:fld id="{9EA0BE3B-158A-4EDF-80DC-E394A0D1600F}" type="slidenum">
              <a:rPr lang="en-US" smtClean="0"/>
              <a:t>‹#›</a:t>
            </a:fld>
            <a:endParaRPr lang="en-US"/>
          </a:p>
        </p:txBody>
      </p:sp>
      <p:sp>
        <p:nvSpPr>
          <p:cNvPr id="17" name="Content Placeholder 2"/>
          <p:cNvSpPr>
            <a:spLocks noGrp="1"/>
          </p:cNvSpPr>
          <p:nvPr>
            <p:ph sz="half" idx="1"/>
          </p:nvPr>
        </p:nvSpPr>
        <p:spPr>
          <a:xfrm>
            <a:off x="528828" y="1423289"/>
            <a:ext cx="3886200" cy="4351338"/>
          </a:xfrm>
          <a:prstGeom prst="rect">
            <a:avLst/>
          </a:prstGeom>
        </p:spPr>
        <p:txBody>
          <a:bodyPr/>
          <a:lstStyle>
            <a:lvl1pPr>
              <a:defRPr>
                <a:latin typeface="Lato" panose="020F0502020204030203" pitchFamily="34" charset="0"/>
                <a:ea typeface="Lato" panose="020F0502020204030203" pitchFamily="34" charset="0"/>
                <a:cs typeface="Lato" panose="020F0502020204030203" pitchFamily="34" charset="0"/>
              </a:defRPr>
            </a:lvl1pPr>
            <a:lvl2pPr>
              <a:defRPr>
                <a:latin typeface="Lato" panose="020F0502020204030203" pitchFamily="34" charset="0"/>
                <a:ea typeface="Lato" panose="020F0502020204030203" pitchFamily="34" charset="0"/>
                <a:cs typeface="Lato" panose="020F0502020204030203" pitchFamily="34" charset="0"/>
              </a:defRPr>
            </a:lvl2pPr>
            <a:lvl3pPr>
              <a:defRPr>
                <a:latin typeface="Lato" panose="020F0502020204030203" pitchFamily="34" charset="0"/>
                <a:ea typeface="Lato" panose="020F0502020204030203" pitchFamily="34" charset="0"/>
                <a:cs typeface="Lato" panose="020F0502020204030203" pitchFamily="34" charset="0"/>
              </a:defRPr>
            </a:lvl3pPr>
            <a:lvl4pPr>
              <a:defRPr>
                <a:latin typeface="Lato" panose="020F0502020204030203" pitchFamily="34" charset="0"/>
                <a:ea typeface="Lato" panose="020F0502020204030203" pitchFamily="34" charset="0"/>
                <a:cs typeface="Lato" panose="020F0502020204030203" pitchFamily="34" charset="0"/>
              </a:defRPr>
            </a:lvl4pPr>
            <a:lvl5pPr>
              <a:defRPr>
                <a:latin typeface="Lato" panose="020F0502020204030203" pitchFamily="34" charset="0"/>
                <a:ea typeface="Lato" panose="020F0502020204030203" pitchFamily="34" charset="0"/>
                <a:cs typeface="Lato" panose="020F0502020204030203" pitchFamily="34"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8" name="Content Placeholder 3"/>
          <p:cNvSpPr>
            <a:spLocks noGrp="1"/>
          </p:cNvSpPr>
          <p:nvPr>
            <p:ph sz="half" idx="2"/>
          </p:nvPr>
        </p:nvSpPr>
        <p:spPr>
          <a:xfrm>
            <a:off x="4572000" y="1423289"/>
            <a:ext cx="3886200" cy="4351338"/>
          </a:xfrm>
          <a:prstGeom prst="rect">
            <a:avLst/>
          </a:prstGeom>
        </p:spPr>
        <p:txBody>
          <a:bodyPr/>
          <a:lstStyle>
            <a:lvl1pPr>
              <a:defRPr>
                <a:latin typeface="Lato" panose="020F0502020204030203" pitchFamily="34" charset="0"/>
                <a:ea typeface="Lato" panose="020F0502020204030203" pitchFamily="34" charset="0"/>
                <a:cs typeface="Lato" panose="020F0502020204030203" pitchFamily="34" charset="0"/>
              </a:defRPr>
            </a:lvl1pPr>
            <a:lvl2pPr>
              <a:defRPr>
                <a:latin typeface="Lato" panose="020F0502020204030203" pitchFamily="34" charset="0"/>
                <a:ea typeface="Lato" panose="020F0502020204030203" pitchFamily="34" charset="0"/>
                <a:cs typeface="Lato" panose="020F0502020204030203" pitchFamily="34" charset="0"/>
              </a:defRPr>
            </a:lvl2pPr>
            <a:lvl3pPr>
              <a:defRPr>
                <a:latin typeface="Lato" panose="020F0502020204030203" pitchFamily="34" charset="0"/>
                <a:ea typeface="Lato" panose="020F0502020204030203" pitchFamily="34" charset="0"/>
                <a:cs typeface="Lato" panose="020F0502020204030203" pitchFamily="34" charset="0"/>
              </a:defRPr>
            </a:lvl3pPr>
            <a:lvl4pPr>
              <a:defRPr>
                <a:latin typeface="Lato" panose="020F0502020204030203" pitchFamily="34" charset="0"/>
                <a:ea typeface="Lato" panose="020F0502020204030203" pitchFamily="34" charset="0"/>
                <a:cs typeface="Lato" panose="020F0502020204030203" pitchFamily="34" charset="0"/>
              </a:defRPr>
            </a:lvl4pPr>
            <a:lvl5pPr>
              <a:defRPr>
                <a:latin typeface="Lato" panose="020F0502020204030203" pitchFamily="34" charset="0"/>
                <a:ea typeface="Lato" panose="020F0502020204030203" pitchFamily="34" charset="0"/>
                <a:cs typeface="Lato" panose="020F0502020204030203" pitchFamily="34"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9" name="Title 6"/>
          <p:cNvSpPr>
            <a:spLocks noGrp="1"/>
          </p:cNvSpPr>
          <p:nvPr>
            <p:ph type="title" hasCustomPrompt="1"/>
          </p:nvPr>
        </p:nvSpPr>
        <p:spPr>
          <a:xfrm>
            <a:off x="235077" y="78613"/>
            <a:ext cx="8673846" cy="451739"/>
          </a:xfrm>
          <a:prstGeom prst="rect">
            <a:avLst/>
          </a:prstGeom>
        </p:spPr>
        <p:txBody>
          <a:bodyPr/>
          <a:lstStyle>
            <a:lvl1pPr>
              <a:defRPr sz="2800" b="1">
                <a:solidFill>
                  <a:schemeClr val="bg1"/>
                </a:solidFill>
                <a:latin typeface="Lato" panose="020F0502020204030203" pitchFamily="34" charset="0"/>
                <a:ea typeface="Lato" panose="020F0502020204030203" pitchFamily="34" charset="0"/>
                <a:cs typeface="Lato" panose="020F0502020204030203" pitchFamily="34" charset="0"/>
              </a:defRPr>
            </a:lvl1pPr>
          </a:lstStyle>
          <a:p>
            <a:r>
              <a:rPr lang="en-US" dirty="0"/>
              <a:t>Title 2: ………………………………………</a:t>
            </a: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userDrawn="1">
  <p:cSld name="1_Comparison">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7" name="Date Placeholder 3"/>
          <p:cNvSpPr>
            <a:spLocks noGrp="1"/>
          </p:cNvSpPr>
          <p:nvPr>
            <p:ph type="dt" sz="half" idx="10"/>
          </p:nvPr>
        </p:nvSpPr>
        <p:spPr>
          <a:xfrm>
            <a:off x="628650" y="6565257"/>
            <a:ext cx="2057400" cy="365125"/>
          </a:xfrm>
          <a:prstGeom prst="rect">
            <a:avLst/>
          </a:prstGeom>
        </p:spPr>
        <p:txBody>
          <a:bodyPr/>
          <a:lstStyle>
            <a:lvl1pPr>
              <a:defRPr sz="1200" b="1">
                <a:solidFill>
                  <a:srgbClr val="C00000"/>
                </a:solidFill>
                <a:latin typeface="Lato" panose="020F0502020204030203" pitchFamily="34" charset="0"/>
                <a:ea typeface="Lato" panose="020F0502020204030203" pitchFamily="34" charset="0"/>
                <a:cs typeface="Lato" panose="020F0502020204030203" pitchFamily="34" charset="0"/>
              </a:defRPr>
            </a:lvl1pPr>
          </a:lstStyle>
          <a:p>
            <a:fld id="{F70EAA40-3A53-4A3D-924A-D38F1059C7D5}" type="datetime1">
              <a:rPr lang="en-US" smtClean="0"/>
              <a:t>4/29/2026</a:t>
            </a:fld>
            <a:endParaRPr lang="en-US"/>
          </a:p>
        </p:txBody>
      </p:sp>
      <p:sp>
        <p:nvSpPr>
          <p:cNvPr id="8" name="Footer Placeholder 4"/>
          <p:cNvSpPr>
            <a:spLocks noGrp="1"/>
          </p:cNvSpPr>
          <p:nvPr>
            <p:ph type="ftr" sz="quarter" idx="11"/>
          </p:nvPr>
        </p:nvSpPr>
        <p:spPr>
          <a:xfrm>
            <a:off x="3028950" y="6565257"/>
            <a:ext cx="3086100" cy="365125"/>
          </a:xfrm>
          <a:prstGeom prst="rect">
            <a:avLst/>
          </a:prstGeom>
        </p:spPr>
        <p:txBody>
          <a:bodyPr/>
          <a:lstStyle>
            <a:lvl1pPr algn="ctr">
              <a:defRPr sz="1200" b="1">
                <a:solidFill>
                  <a:srgbClr val="C00000"/>
                </a:solidFill>
                <a:latin typeface="Lato" panose="020F0502020204030203" pitchFamily="34" charset="0"/>
                <a:ea typeface="Lato" panose="020F0502020204030203" pitchFamily="34" charset="0"/>
                <a:cs typeface="Lato" panose="020F0502020204030203" pitchFamily="34" charset="0"/>
              </a:defRPr>
            </a:lvl1pPr>
          </a:lstStyle>
          <a:p>
            <a:endParaRPr lang="en-US"/>
          </a:p>
        </p:txBody>
      </p:sp>
      <p:sp>
        <p:nvSpPr>
          <p:cNvPr id="9" name="Slide Number Placeholder 5"/>
          <p:cNvSpPr>
            <a:spLocks noGrp="1"/>
          </p:cNvSpPr>
          <p:nvPr>
            <p:ph type="sldNum" sz="quarter" idx="12"/>
          </p:nvPr>
        </p:nvSpPr>
        <p:spPr>
          <a:xfrm>
            <a:off x="6867383" y="6572126"/>
            <a:ext cx="2057400" cy="365125"/>
          </a:xfrm>
          <a:prstGeom prst="rect">
            <a:avLst/>
          </a:prstGeom>
        </p:spPr>
        <p:txBody>
          <a:bodyPr/>
          <a:lstStyle>
            <a:lvl1pPr algn="r">
              <a:defRPr sz="1200" b="1">
                <a:solidFill>
                  <a:srgbClr val="C00000"/>
                </a:solidFill>
                <a:latin typeface="Lato" panose="020F0502020204030203" pitchFamily="34" charset="0"/>
                <a:ea typeface="Lato" panose="020F0502020204030203" pitchFamily="34" charset="0"/>
                <a:cs typeface="Lato" panose="020F0502020204030203" pitchFamily="34" charset="0"/>
              </a:defRPr>
            </a:lvl1pPr>
          </a:lstStyle>
          <a:p>
            <a:fld id="{9EA0BE3B-158A-4EDF-80DC-E394A0D1600F}" type="slidenum">
              <a:rPr lang="en-US" smtClean="0"/>
              <a:t>‹#›</a:t>
            </a:fld>
            <a:endParaRPr lang="en-US"/>
          </a:p>
        </p:txBody>
      </p:sp>
      <p:sp>
        <p:nvSpPr>
          <p:cNvPr id="11" name="Title 6"/>
          <p:cNvSpPr>
            <a:spLocks noGrp="1"/>
          </p:cNvSpPr>
          <p:nvPr>
            <p:ph type="title" hasCustomPrompt="1"/>
          </p:nvPr>
        </p:nvSpPr>
        <p:spPr>
          <a:xfrm>
            <a:off x="235077" y="78613"/>
            <a:ext cx="8673846" cy="451739"/>
          </a:xfrm>
          <a:prstGeom prst="rect">
            <a:avLst/>
          </a:prstGeom>
        </p:spPr>
        <p:txBody>
          <a:bodyPr/>
          <a:lstStyle>
            <a:lvl1pPr>
              <a:defRPr sz="2800" b="1">
                <a:solidFill>
                  <a:schemeClr val="bg1"/>
                </a:solidFill>
                <a:latin typeface="Lato" panose="020F0502020204030203" pitchFamily="34" charset="0"/>
                <a:ea typeface="Lato" panose="020F0502020204030203" pitchFamily="34" charset="0"/>
                <a:cs typeface="Lato" panose="020F0502020204030203" pitchFamily="34" charset="0"/>
              </a:defRPr>
            </a:lvl1pPr>
          </a:lstStyle>
          <a:p>
            <a:r>
              <a:rPr lang="en-US" dirty="0"/>
              <a:t>Title 3: ………………………………………</a:t>
            </a:r>
          </a:p>
        </p:txBody>
      </p:sp>
      <p:sp>
        <p:nvSpPr>
          <p:cNvPr id="16" name="Text Placeholder 11"/>
          <p:cNvSpPr>
            <a:spLocks noGrp="1"/>
          </p:cNvSpPr>
          <p:nvPr>
            <p:ph type="body" sz="quarter" idx="13"/>
          </p:nvPr>
        </p:nvSpPr>
        <p:spPr>
          <a:xfrm>
            <a:off x="234950" y="963168"/>
            <a:ext cx="8674100" cy="5132832"/>
          </a:xfrm>
          <a:prstGeom prst="rect">
            <a:avLst/>
          </a:prstGeom>
        </p:spPr>
        <p:txBody>
          <a:bodyPr/>
          <a:lstStyle>
            <a:lvl1pPr>
              <a:defRPr>
                <a:latin typeface="Lato" panose="020F0502020204030203" pitchFamily="34" charset="0"/>
                <a:ea typeface="Lato" panose="020F0502020204030203" pitchFamily="34" charset="0"/>
                <a:cs typeface="Lato" panose="020F0502020204030203" pitchFamily="34" charset="0"/>
              </a:defRPr>
            </a:lvl1pPr>
            <a:lvl2pPr>
              <a:defRPr>
                <a:latin typeface="Lato" panose="020F0502020204030203" pitchFamily="34" charset="0"/>
                <a:ea typeface="Lato" panose="020F0502020204030203" pitchFamily="34" charset="0"/>
                <a:cs typeface="Lato" panose="020F0502020204030203" pitchFamily="34" charset="0"/>
              </a:defRPr>
            </a:lvl2pPr>
            <a:lvl3pPr>
              <a:defRPr>
                <a:latin typeface="Lato" panose="020F0502020204030203" pitchFamily="34" charset="0"/>
                <a:ea typeface="Lato" panose="020F0502020204030203" pitchFamily="34" charset="0"/>
                <a:cs typeface="Lato" panose="020F0502020204030203" pitchFamily="34" charset="0"/>
              </a:defRPr>
            </a:lvl3pPr>
            <a:lvl4pPr>
              <a:defRPr>
                <a:latin typeface="Lato" panose="020F0502020204030203" pitchFamily="34" charset="0"/>
                <a:ea typeface="Lato" panose="020F0502020204030203" pitchFamily="34" charset="0"/>
                <a:cs typeface="Lato" panose="020F0502020204030203" pitchFamily="34" charset="0"/>
              </a:defRPr>
            </a:lvl4pPr>
            <a:lvl5pPr>
              <a:defRPr>
                <a:latin typeface="Lato" panose="020F0502020204030203" pitchFamily="34" charset="0"/>
                <a:ea typeface="Lato" panose="020F0502020204030203" pitchFamily="34" charset="0"/>
                <a:cs typeface="Lato" panose="020F0502020204030203" pitchFamily="34"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2_Two Conten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14" name="Date Placeholder 3"/>
          <p:cNvSpPr>
            <a:spLocks noGrp="1"/>
          </p:cNvSpPr>
          <p:nvPr>
            <p:ph type="dt" sz="half" idx="10"/>
          </p:nvPr>
        </p:nvSpPr>
        <p:spPr>
          <a:xfrm>
            <a:off x="628650" y="6565257"/>
            <a:ext cx="2057400" cy="365125"/>
          </a:xfrm>
          <a:prstGeom prst="rect">
            <a:avLst/>
          </a:prstGeom>
        </p:spPr>
        <p:txBody>
          <a:bodyPr/>
          <a:lstStyle>
            <a:lvl1pPr>
              <a:defRPr sz="1200" b="1">
                <a:solidFill>
                  <a:srgbClr val="C00000"/>
                </a:solidFill>
                <a:latin typeface="Lato" panose="020F0502020204030203" pitchFamily="34" charset="0"/>
                <a:ea typeface="Lato" panose="020F0502020204030203" pitchFamily="34" charset="0"/>
                <a:cs typeface="Lato" panose="020F0502020204030203" pitchFamily="34" charset="0"/>
              </a:defRPr>
            </a:lvl1pPr>
          </a:lstStyle>
          <a:p>
            <a:fld id="{F70EAA40-3A53-4A3D-924A-D38F1059C7D5}" type="datetime1">
              <a:rPr lang="en-US" smtClean="0"/>
              <a:t>4/29/2026</a:t>
            </a:fld>
            <a:endParaRPr lang="en-US"/>
          </a:p>
        </p:txBody>
      </p:sp>
      <p:sp>
        <p:nvSpPr>
          <p:cNvPr id="15" name="Footer Placeholder 4"/>
          <p:cNvSpPr>
            <a:spLocks noGrp="1"/>
          </p:cNvSpPr>
          <p:nvPr>
            <p:ph type="ftr" sz="quarter" idx="11"/>
          </p:nvPr>
        </p:nvSpPr>
        <p:spPr>
          <a:xfrm>
            <a:off x="3028950" y="6565257"/>
            <a:ext cx="3086100" cy="365125"/>
          </a:xfrm>
          <a:prstGeom prst="rect">
            <a:avLst/>
          </a:prstGeom>
        </p:spPr>
        <p:txBody>
          <a:bodyPr/>
          <a:lstStyle>
            <a:lvl1pPr algn="ctr">
              <a:defRPr sz="1200" b="1">
                <a:solidFill>
                  <a:srgbClr val="C00000"/>
                </a:solidFill>
                <a:latin typeface="Lato" panose="020F0502020204030203" pitchFamily="34" charset="0"/>
                <a:ea typeface="Lato" panose="020F0502020204030203" pitchFamily="34" charset="0"/>
                <a:cs typeface="Lato" panose="020F0502020204030203" pitchFamily="34" charset="0"/>
              </a:defRPr>
            </a:lvl1pPr>
          </a:lstStyle>
          <a:p>
            <a:endParaRPr lang="en-US"/>
          </a:p>
        </p:txBody>
      </p:sp>
      <p:sp>
        <p:nvSpPr>
          <p:cNvPr id="16" name="Slide Number Placeholder 5"/>
          <p:cNvSpPr>
            <a:spLocks noGrp="1"/>
          </p:cNvSpPr>
          <p:nvPr>
            <p:ph type="sldNum" sz="quarter" idx="12"/>
          </p:nvPr>
        </p:nvSpPr>
        <p:spPr>
          <a:xfrm>
            <a:off x="6867383" y="6572126"/>
            <a:ext cx="2057400" cy="365125"/>
          </a:xfrm>
          <a:prstGeom prst="rect">
            <a:avLst/>
          </a:prstGeom>
        </p:spPr>
        <p:txBody>
          <a:bodyPr/>
          <a:lstStyle>
            <a:lvl1pPr algn="r">
              <a:defRPr sz="1200" b="1">
                <a:solidFill>
                  <a:srgbClr val="C00000"/>
                </a:solidFill>
                <a:latin typeface="Lato" panose="020F0502020204030203" pitchFamily="34" charset="0"/>
                <a:ea typeface="Lato" panose="020F0502020204030203" pitchFamily="34" charset="0"/>
                <a:cs typeface="Lato" panose="020F0502020204030203" pitchFamily="34" charset="0"/>
              </a:defRPr>
            </a:lvl1pPr>
          </a:lstStyle>
          <a:p>
            <a:fld id="{9EA0BE3B-158A-4EDF-80DC-E394A0D1600F}" type="slidenum">
              <a:rPr lang="en-US" smtClean="0"/>
              <a:t>‹#›</a:t>
            </a:fld>
            <a:endParaRPr lang="en-US"/>
          </a:p>
        </p:txBody>
      </p:sp>
      <p:sp>
        <p:nvSpPr>
          <p:cNvPr id="17" name="Content Placeholder 2"/>
          <p:cNvSpPr>
            <a:spLocks noGrp="1"/>
          </p:cNvSpPr>
          <p:nvPr>
            <p:ph sz="half" idx="1"/>
          </p:nvPr>
        </p:nvSpPr>
        <p:spPr>
          <a:xfrm>
            <a:off x="528828" y="1423289"/>
            <a:ext cx="3886200" cy="4351338"/>
          </a:xfrm>
          <a:prstGeom prst="rect">
            <a:avLst/>
          </a:prstGeom>
        </p:spPr>
        <p:txBody>
          <a:bodyPr/>
          <a:lstStyle>
            <a:lvl1pPr>
              <a:defRPr>
                <a:latin typeface="Lato" panose="020F0502020204030203" pitchFamily="34" charset="0"/>
                <a:ea typeface="Lato" panose="020F0502020204030203" pitchFamily="34" charset="0"/>
                <a:cs typeface="Lato" panose="020F0502020204030203" pitchFamily="34" charset="0"/>
              </a:defRPr>
            </a:lvl1pPr>
            <a:lvl2pPr>
              <a:defRPr>
                <a:latin typeface="Lato" panose="020F0502020204030203" pitchFamily="34" charset="0"/>
                <a:ea typeface="Lato" panose="020F0502020204030203" pitchFamily="34" charset="0"/>
                <a:cs typeface="Lato" panose="020F0502020204030203" pitchFamily="34" charset="0"/>
              </a:defRPr>
            </a:lvl2pPr>
            <a:lvl3pPr>
              <a:defRPr>
                <a:latin typeface="Lato" panose="020F0502020204030203" pitchFamily="34" charset="0"/>
                <a:ea typeface="Lato" panose="020F0502020204030203" pitchFamily="34" charset="0"/>
                <a:cs typeface="Lato" panose="020F0502020204030203" pitchFamily="34" charset="0"/>
              </a:defRPr>
            </a:lvl3pPr>
            <a:lvl4pPr>
              <a:defRPr>
                <a:latin typeface="Lato" panose="020F0502020204030203" pitchFamily="34" charset="0"/>
                <a:ea typeface="Lato" panose="020F0502020204030203" pitchFamily="34" charset="0"/>
                <a:cs typeface="Lato" panose="020F0502020204030203" pitchFamily="34" charset="0"/>
              </a:defRPr>
            </a:lvl4pPr>
            <a:lvl5pPr>
              <a:defRPr>
                <a:latin typeface="Lato" panose="020F0502020204030203" pitchFamily="34" charset="0"/>
                <a:ea typeface="Lato" panose="020F0502020204030203" pitchFamily="34" charset="0"/>
                <a:cs typeface="Lato" panose="020F0502020204030203" pitchFamily="34"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8" name="Content Placeholder 3"/>
          <p:cNvSpPr>
            <a:spLocks noGrp="1"/>
          </p:cNvSpPr>
          <p:nvPr>
            <p:ph sz="half" idx="2"/>
          </p:nvPr>
        </p:nvSpPr>
        <p:spPr>
          <a:xfrm>
            <a:off x="4572000" y="1423289"/>
            <a:ext cx="3886200" cy="4351338"/>
          </a:xfrm>
          <a:prstGeom prst="rect">
            <a:avLst/>
          </a:prstGeom>
        </p:spPr>
        <p:txBody>
          <a:bodyPr/>
          <a:lstStyle>
            <a:lvl1pPr>
              <a:defRPr>
                <a:latin typeface="Lato" panose="020F0502020204030203" pitchFamily="34" charset="0"/>
                <a:ea typeface="Lato" panose="020F0502020204030203" pitchFamily="34" charset="0"/>
                <a:cs typeface="Lato" panose="020F0502020204030203" pitchFamily="34" charset="0"/>
              </a:defRPr>
            </a:lvl1pPr>
            <a:lvl2pPr>
              <a:defRPr>
                <a:latin typeface="Lato" panose="020F0502020204030203" pitchFamily="34" charset="0"/>
                <a:ea typeface="Lato" panose="020F0502020204030203" pitchFamily="34" charset="0"/>
                <a:cs typeface="Lato" panose="020F0502020204030203" pitchFamily="34" charset="0"/>
              </a:defRPr>
            </a:lvl2pPr>
            <a:lvl3pPr>
              <a:defRPr>
                <a:latin typeface="Lato" panose="020F0502020204030203" pitchFamily="34" charset="0"/>
                <a:ea typeface="Lato" panose="020F0502020204030203" pitchFamily="34" charset="0"/>
                <a:cs typeface="Lato" panose="020F0502020204030203" pitchFamily="34" charset="0"/>
              </a:defRPr>
            </a:lvl3pPr>
            <a:lvl4pPr>
              <a:defRPr>
                <a:latin typeface="Lato" panose="020F0502020204030203" pitchFamily="34" charset="0"/>
                <a:ea typeface="Lato" panose="020F0502020204030203" pitchFamily="34" charset="0"/>
                <a:cs typeface="Lato" panose="020F0502020204030203" pitchFamily="34" charset="0"/>
              </a:defRPr>
            </a:lvl4pPr>
            <a:lvl5pPr>
              <a:defRPr>
                <a:latin typeface="Lato" panose="020F0502020204030203" pitchFamily="34" charset="0"/>
                <a:ea typeface="Lato" panose="020F0502020204030203" pitchFamily="34" charset="0"/>
                <a:cs typeface="Lato" panose="020F0502020204030203" pitchFamily="34"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9" name="Title 6"/>
          <p:cNvSpPr>
            <a:spLocks noGrp="1"/>
          </p:cNvSpPr>
          <p:nvPr>
            <p:ph type="title" hasCustomPrompt="1"/>
          </p:nvPr>
        </p:nvSpPr>
        <p:spPr>
          <a:xfrm>
            <a:off x="235077" y="78613"/>
            <a:ext cx="8673846" cy="451739"/>
          </a:xfrm>
          <a:prstGeom prst="rect">
            <a:avLst/>
          </a:prstGeom>
        </p:spPr>
        <p:txBody>
          <a:bodyPr/>
          <a:lstStyle>
            <a:lvl1pPr>
              <a:defRPr sz="2800" b="1">
                <a:solidFill>
                  <a:schemeClr val="bg1"/>
                </a:solidFill>
                <a:latin typeface="Lato" panose="020F0502020204030203" pitchFamily="34" charset="0"/>
                <a:ea typeface="Lato" panose="020F0502020204030203" pitchFamily="34" charset="0"/>
                <a:cs typeface="Lato" panose="020F0502020204030203" pitchFamily="34" charset="0"/>
              </a:defRPr>
            </a:lvl1pPr>
          </a:lstStyle>
          <a:p>
            <a:r>
              <a:rPr lang="en-US" dirty="0"/>
              <a:t>Title 4: ………………………………………</a:t>
            </a: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2_Blank">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13" name="Title 6"/>
          <p:cNvSpPr>
            <a:spLocks noGrp="1"/>
          </p:cNvSpPr>
          <p:nvPr>
            <p:ph type="title" hasCustomPrompt="1"/>
          </p:nvPr>
        </p:nvSpPr>
        <p:spPr>
          <a:xfrm>
            <a:off x="235077" y="78613"/>
            <a:ext cx="8673846" cy="451739"/>
          </a:xfrm>
          <a:prstGeom prst="rect">
            <a:avLst/>
          </a:prstGeom>
        </p:spPr>
        <p:txBody>
          <a:bodyPr/>
          <a:lstStyle>
            <a:lvl1pPr>
              <a:defRPr sz="2800" b="1">
                <a:solidFill>
                  <a:schemeClr val="bg1"/>
                </a:solidFill>
                <a:latin typeface="Lato" panose="020F0502020204030203" pitchFamily="34" charset="0"/>
                <a:ea typeface="Lato" panose="020F0502020204030203" pitchFamily="34" charset="0"/>
                <a:cs typeface="Lato" panose="020F0502020204030203" pitchFamily="34" charset="0"/>
              </a:defRPr>
            </a:lvl1pPr>
          </a:lstStyle>
          <a:p>
            <a:r>
              <a:rPr lang="en-US" dirty="0"/>
              <a:t>Title 6: ………………………………………</a:t>
            </a:r>
          </a:p>
        </p:txBody>
      </p:sp>
      <p:sp>
        <p:nvSpPr>
          <p:cNvPr id="14" name="Content Placeholder 2"/>
          <p:cNvSpPr>
            <a:spLocks noGrp="1"/>
          </p:cNvSpPr>
          <p:nvPr>
            <p:ph sz="half" idx="1"/>
          </p:nvPr>
        </p:nvSpPr>
        <p:spPr>
          <a:xfrm>
            <a:off x="595884" y="1533017"/>
            <a:ext cx="3886200" cy="4351338"/>
          </a:xfrm>
          <a:prstGeom prst="rect">
            <a:avLst/>
          </a:prstGeom>
        </p:spPr>
        <p:txBody>
          <a:bodyPr/>
          <a:lstStyle>
            <a:lvl1pPr>
              <a:defRPr>
                <a:latin typeface="Lato" panose="020F0502020204030203" pitchFamily="34" charset="0"/>
                <a:ea typeface="Lato" panose="020F0502020204030203" pitchFamily="34" charset="0"/>
                <a:cs typeface="Lato" panose="020F0502020204030203" pitchFamily="34" charset="0"/>
              </a:defRPr>
            </a:lvl1pPr>
            <a:lvl2pPr>
              <a:defRPr>
                <a:latin typeface="Lato" panose="020F0502020204030203" pitchFamily="34" charset="0"/>
                <a:ea typeface="Lato" panose="020F0502020204030203" pitchFamily="34" charset="0"/>
                <a:cs typeface="Lato" panose="020F0502020204030203" pitchFamily="34" charset="0"/>
              </a:defRPr>
            </a:lvl2pPr>
            <a:lvl3pPr>
              <a:defRPr>
                <a:latin typeface="Lato" panose="020F0502020204030203" pitchFamily="34" charset="0"/>
                <a:ea typeface="Lato" panose="020F0502020204030203" pitchFamily="34" charset="0"/>
                <a:cs typeface="Lato" panose="020F0502020204030203" pitchFamily="34" charset="0"/>
              </a:defRPr>
            </a:lvl3pPr>
            <a:lvl4pPr>
              <a:defRPr>
                <a:latin typeface="Lato" panose="020F0502020204030203" pitchFamily="34" charset="0"/>
                <a:ea typeface="Lato" panose="020F0502020204030203" pitchFamily="34" charset="0"/>
                <a:cs typeface="Lato" panose="020F0502020204030203" pitchFamily="34" charset="0"/>
              </a:defRPr>
            </a:lvl4pPr>
            <a:lvl5pPr>
              <a:defRPr>
                <a:latin typeface="Lato" panose="020F0502020204030203" pitchFamily="34" charset="0"/>
                <a:ea typeface="Lato" panose="020F0502020204030203" pitchFamily="34" charset="0"/>
                <a:cs typeface="Lato" panose="020F0502020204030203" pitchFamily="34"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5" name="Content Placeholder 3"/>
          <p:cNvSpPr>
            <a:spLocks noGrp="1"/>
          </p:cNvSpPr>
          <p:nvPr>
            <p:ph sz="half" idx="2"/>
          </p:nvPr>
        </p:nvSpPr>
        <p:spPr>
          <a:xfrm>
            <a:off x="4639056" y="1533017"/>
            <a:ext cx="3886200" cy="4351338"/>
          </a:xfrm>
          <a:prstGeom prst="rect">
            <a:avLst/>
          </a:prstGeom>
        </p:spPr>
        <p:txBody>
          <a:bodyPr/>
          <a:lstStyle>
            <a:lvl1pPr>
              <a:defRPr>
                <a:latin typeface="Lato" panose="020F0502020204030203" pitchFamily="34" charset="0"/>
                <a:ea typeface="Lato" panose="020F0502020204030203" pitchFamily="34" charset="0"/>
                <a:cs typeface="Lato" panose="020F0502020204030203" pitchFamily="34" charset="0"/>
              </a:defRPr>
            </a:lvl1pPr>
            <a:lvl2pPr>
              <a:defRPr>
                <a:latin typeface="Lato" panose="020F0502020204030203" pitchFamily="34" charset="0"/>
                <a:ea typeface="Lato" panose="020F0502020204030203" pitchFamily="34" charset="0"/>
                <a:cs typeface="Lato" panose="020F0502020204030203" pitchFamily="34" charset="0"/>
              </a:defRPr>
            </a:lvl2pPr>
            <a:lvl3pPr>
              <a:defRPr>
                <a:latin typeface="Lato" panose="020F0502020204030203" pitchFamily="34" charset="0"/>
                <a:ea typeface="Lato" panose="020F0502020204030203" pitchFamily="34" charset="0"/>
                <a:cs typeface="Lato" panose="020F0502020204030203" pitchFamily="34" charset="0"/>
              </a:defRPr>
            </a:lvl3pPr>
            <a:lvl4pPr>
              <a:defRPr>
                <a:latin typeface="Lato" panose="020F0502020204030203" pitchFamily="34" charset="0"/>
                <a:ea typeface="Lato" panose="020F0502020204030203" pitchFamily="34" charset="0"/>
                <a:cs typeface="Lato" panose="020F0502020204030203" pitchFamily="34" charset="0"/>
              </a:defRPr>
            </a:lvl4pPr>
            <a:lvl5pPr>
              <a:defRPr>
                <a:latin typeface="Lato" panose="020F0502020204030203" pitchFamily="34" charset="0"/>
                <a:ea typeface="Lato" panose="020F0502020204030203" pitchFamily="34" charset="0"/>
                <a:cs typeface="Lato" panose="020F0502020204030203" pitchFamily="34"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6" name="Date Placeholder 3"/>
          <p:cNvSpPr>
            <a:spLocks noGrp="1"/>
          </p:cNvSpPr>
          <p:nvPr>
            <p:ph type="dt" sz="half" idx="10"/>
          </p:nvPr>
        </p:nvSpPr>
        <p:spPr>
          <a:xfrm>
            <a:off x="628650" y="6565257"/>
            <a:ext cx="2057400" cy="365125"/>
          </a:xfrm>
          <a:prstGeom prst="rect">
            <a:avLst/>
          </a:prstGeom>
        </p:spPr>
        <p:txBody>
          <a:bodyPr/>
          <a:lstStyle>
            <a:lvl1pPr>
              <a:defRPr sz="1200" b="1">
                <a:solidFill>
                  <a:schemeClr val="accent1">
                    <a:lumMod val="50000"/>
                  </a:schemeClr>
                </a:solidFill>
                <a:latin typeface="Lato" panose="020F0502020204030203" pitchFamily="34" charset="0"/>
                <a:ea typeface="Lato" panose="020F0502020204030203" pitchFamily="34" charset="0"/>
                <a:cs typeface="Lato" panose="020F0502020204030203" pitchFamily="34" charset="0"/>
              </a:defRPr>
            </a:lvl1pPr>
          </a:lstStyle>
          <a:p>
            <a:fld id="{F70EAA40-3A53-4A3D-924A-D38F1059C7D5}" type="datetime1">
              <a:rPr lang="en-US" smtClean="0"/>
              <a:t>4/29/2026</a:t>
            </a:fld>
            <a:endParaRPr lang="en-US"/>
          </a:p>
        </p:txBody>
      </p:sp>
      <p:sp>
        <p:nvSpPr>
          <p:cNvPr id="17" name="Footer Placeholder 4"/>
          <p:cNvSpPr>
            <a:spLocks noGrp="1"/>
          </p:cNvSpPr>
          <p:nvPr>
            <p:ph type="ftr" sz="quarter" idx="11"/>
          </p:nvPr>
        </p:nvSpPr>
        <p:spPr>
          <a:xfrm>
            <a:off x="3028950" y="6565257"/>
            <a:ext cx="3086100" cy="365125"/>
          </a:xfrm>
          <a:prstGeom prst="rect">
            <a:avLst/>
          </a:prstGeom>
        </p:spPr>
        <p:txBody>
          <a:bodyPr/>
          <a:lstStyle>
            <a:lvl1pPr algn="ctr">
              <a:defRPr sz="1200" b="1">
                <a:solidFill>
                  <a:schemeClr val="accent1">
                    <a:lumMod val="50000"/>
                  </a:schemeClr>
                </a:solidFill>
                <a:latin typeface="Lato" panose="020F0502020204030203" pitchFamily="34" charset="0"/>
                <a:ea typeface="Lato" panose="020F0502020204030203" pitchFamily="34" charset="0"/>
                <a:cs typeface="Lato" panose="020F0502020204030203" pitchFamily="34" charset="0"/>
              </a:defRPr>
            </a:lvl1pPr>
          </a:lstStyle>
          <a:p>
            <a:endParaRPr lang="en-US"/>
          </a:p>
        </p:txBody>
      </p:sp>
      <p:sp>
        <p:nvSpPr>
          <p:cNvPr id="18" name="Slide Number Placeholder 5"/>
          <p:cNvSpPr>
            <a:spLocks noGrp="1"/>
          </p:cNvSpPr>
          <p:nvPr>
            <p:ph type="sldNum" sz="quarter" idx="12"/>
          </p:nvPr>
        </p:nvSpPr>
        <p:spPr>
          <a:xfrm>
            <a:off x="6867383" y="6572126"/>
            <a:ext cx="2057400" cy="365125"/>
          </a:xfrm>
          <a:prstGeom prst="rect">
            <a:avLst/>
          </a:prstGeom>
        </p:spPr>
        <p:txBody>
          <a:bodyPr/>
          <a:lstStyle>
            <a:lvl1pPr algn="r">
              <a:defRPr sz="1200" b="1">
                <a:solidFill>
                  <a:schemeClr val="accent1">
                    <a:lumMod val="50000"/>
                  </a:schemeClr>
                </a:solidFill>
                <a:latin typeface="Lato" panose="020F0502020204030203" pitchFamily="34" charset="0"/>
                <a:ea typeface="Lato" panose="020F0502020204030203" pitchFamily="34" charset="0"/>
                <a:cs typeface="Lato" panose="020F0502020204030203" pitchFamily="34" charset="0"/>
              </a:defRPr>
            </a:lvl1pPr>
          </a:lstStyle>
          <a:p>
            <a:fld id="{9EA0BE3B-158A-4EDF-80DC-E394A0D1600F}" type="slidenum">
              <a:rPr lang="en-US" smtClean="0"/>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2_Comparison">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7" name="Date Placeholder 3"/>
          <p:cNvSpPr>
            <a:spLocks noGrp="1"/>
          </p:cNvSpPr>
          <p:nvPr>
            <p:ph type="dt" sz="half" idx="10"/>
          </p:nvPr>
        </p:nvSpPr>
        <p:spPr>
          <a:xfrm>
            <a:off x="628650" y="6565257"/>
            <a:ext cx="2057400" cy="365125"/>
          </a:xfrm>
          <a:prstGeom prst="rect">
            <a:avLst/>
          </a:prstGeom>
        </p:spPr>
        <p:txBody>
          <a:bodyPr/>
          <a:lstStyle>
            <a:lvl1pPr>
              <a:defRPr sz="1200" b="1">
                <a:solidFill>
                  <a:srgbClr val="C00000"/>
                </a:solidFill>
                <a:latin typeface="Lato" panose="020F0502020204030203" pitchFamily="34" charset="0"/>
                <a:ea typeface="Lato" panose="020F0502020204030203" pitchFamily="34" charset="0"/>
                <a:cs typeface="Lato" panose="020F0502020204030203" pitchFamily="34" charset="0"/>
              </a:defRPr>
            </a:lvl1pPr>
          </a:lstStyle>
          <a:p>
            <a:fld id="{F70EAA40-3A53-4A3D-924A-D38F1059C7D5}" type="datetime1">
              <a:rPr lang="en-US" smtClean="0"/>
              <a:t>4/29/2026</a:t>
            </a:fld>
            <a:endParaRPr lang="en-US"/>
          </a:p>
        </p:txBody>
      </p:sp>
      <p:sp>
        <p:nvSpPr>
          <p:cNvPr id="8" name="Footer Placeholder 4"/>
          <p:cNvSpPr>
            <a:spLocks noGrp="1"/>
          </p:cNvSpPr>
          <p:nvPr>
            <p:ph type="ftr" sz="quarter" idx="11"/>
          </p:nvPr>
        </p:nvSpPr>
        <p:spPr>
          <a:xfrm>
            <a:off x="3028950" y="6565257"/>
            <a:ext cx="3086100" cy="365125"/>
          </a:xfrm>
          <a:prstGeom prst="rect">
            <a:avLst/>
          </a:prstGeom>
        </p:spPr>
        <p:txBody>
          <a:bodyPr/>
          <a:lstStyle>
            <a:lvl1pPr algn="ctr">
              <a:defRPr sz="1200" b="1">
                <a:solidFill>
                  <a:srgbClr val="C00000"/>
                </a:solidFill>
                <a:latin typeface="Lato" panose="020F0502020204030203" pitchFamily="34" charset="0"/>
                <a:ea typeface="Lato" panose="020F0502020204030203" pitchFamily="34" charset="0"/>
                <a:cs typeface="Lato" panose="020F0502020204030203" pitchFamily="34" charset="0"/>
              </a:defRPr>
            </a:lvl1pPr>
          </a:lstStyle>
          <a:p>
            <a:endParaRPr lang="en-US"/>
          </a:p>
        </p:txBody>
      </p:sp>
      <p:sp>
        <p:nvSpPr>
          <p:cNvPr id="9" name="Slide Number Placeholder 5"/>
          <p:cNvSpPr>
            <a:spLocks noGrp="1"/>
          </p:cNvSpPr>
          <p:nvPr>
            <p:ph type="sldNum" sz="quarter" idx="12"/>
          </p:nvPr>
        </p:nvSpPr>
        <p:spPr>
          <a:xfrm>
            <a:off x="6867383" y="6572126"/>
            <a:ext cx="2057400" cy="365125"/>
          </a:xfrm>
          <a:prstGeom prst="rect">
            <a:avLst/>
          </a:prstGeom>
        </p:spPr>
        <p:txBody>
          <a:bodyPr/>
          <a:lstStyle>
            <a:lvl1pPr algn="r">
              <a:defRPr sz="1200" b="1">
                <a:solidFill>
                  <a:srgbClr val="C00000"/>
                </a:solidFill>
                <a:latin typeface="Lato" panose="020F0502020204030203" pitchFamily="34" charset="0"/>
                <a:ea typeface="Lato" panose="020F0502020204030203" pitchFamily="34" charset="0"/>
                <a:cs typeface="Lato" panose="020F0502020204030203" pitchFamily="34" charset="0"/>
              </a:defRPr>
            </a:lvl1pPr>
          </a:lstStyle>
          <a:p>
            <a:fld id="{9EA0BE3B-158A-4EDF-80DC-E394A0D1600F}" type="slidenum">
              <a:rPr lang="en-US" smtClean="0"/>
              <a:t>‹#›</a:t>
            </a:fld>
            <a:endParaRPr lang="en-US"/>
          </a:p>
        </p:txBody>
      </p:sp>
      <p:sp>
        <p:nvSpPr>
          <p:cNvPr id="11" name="Title 6"/>
          <p:cNvSpPr>
            <a:spLocks noGrp="1"/>
          </p:cNvSpPr>
          <p:nvPr>
            <p:ph type="title" hasCustomPrompt="1"/>
          </p:nvPr>
        </p:nvSpPr>
        <p:spPr>
          <a:xfrm>
            <a:off x="235077" y="78613"/>
            <a:ext cx="8673846" cy="451739"/>
          </a:xfrm>
          <a:prstGeom prst="rect">
            <a:avLst/>
          </a:prstGeom>
        </p:spPr>
        <p:txBody>
          <a:bodyPr/>
          <a:lstStyle>
            <a:lvl1pPr>
              <a:defRPr sz="2800" b="1">
                <a:solidFill>
                  <a:schemeClr val="bg1"/>
                </a:solidFill>
                <a:latin typeface="Lato" panose="020F0502020204030203" pitchFamily="34" charset="0"/>
                <a:ea typeface="Lato" panose="020F0502020204030203" pitchFamily="34" charset="0"/>
                <a:cs typeface="Lato" panose="020F0502020204030203" pitchFamily="34" charset="0"/>
              </a:defRPr>
            </a:lvl1pPr>
          </a:lstStyle>
          <a:p>
            <a:r>
              <a:rPr lang="en-US" dirty="0"/>
              <a:t>Title 7: ………………………………………</a:t>
            </a:r>
          </a:p>
        </p:txBody>
      </p:sp>
      <p:sp>
        <p:nvSpPr>
          <p:cNvPr id="16" name="Text Placeholder 11"/>
          <p:cNvSpPr>
            <a:spLocks noGrp="1"/>
          </p:cNvSpPr>
          <p:nvPr>
            <p:ph type="body" sz="quarter" idx="13"/>
          </p:nvPr>
        </p:nvSpPr>
        <p:spPr>
          <a:xfrm>
            <a:off x="234950" y="1227550"/>
            <a:ext cx="8674100" cy="4868449"/>
          </a:xfrm>
          <a:prstGeom prst="rect">
            <a:avLst/>
          </a:prstGeom>
        </p:spPr>
        <p:txBody>
          <a:bodyPr/>
          <a:lstStyle>
            <a:lvl1pPr>
              <a:defRPr>
                <a:latin typeface="Lato" panose="020F0502020204030203" pitchFamily="34" charset="0"/>
                <a:ea typeface="Lato" panose="020F0502020204030203" pitchFamily="34" charset="0"/>
                <a:cs typeface="Lato" panose="020F0502020204030203" pitchFamily="34" charset="0"/>
              </a:defRPr>
            </a:lvl1pPr>
            <a:lvl2pPr>
              <a:defRPr>
                <a:latin typeface="Lato" panose="020F0502020204030203" pitchFamily="34" charset="0"/>
                <a:ea typeface="Lato" panose="020F0502020204030203" pitchFamily="34" charset="0"/>
                <a:cs typeface="Lato" panose="020F0502020204030203" pitchFamily="34" charset="0"/>
              </a:defRPr>
            </a:lvl2pPr>
            <a:lvl3pPr>
              <a:defRPr>
                <a:latin typeface="Lato" panose="020F0502020204030203" pitchFamily="34" charset="0"/>
                <a:ea typeface="Lato" panose="020F0502020204030203" pitchFamily="34" charset="0"/>
                <a:cs typeface="Lato" panose="020F0502020204030203" pitchFamily="34" charset="0"/>
              </a:defRPr>
            </a:lvl3pPr>
            <a:lvl4pPr>
              <a:defRPr>
                <a:latin typeface="Lato" panose="020F0502020204030203" pitchFamily="34" charset="0"/>
                <a:ea typeface="Lato" panose="020F0502020204030203" pitchFamily="34" charset="0"/>
                <a:cs typeface="Lato" panose="020F0502020204030203" pitchFamily="34" charset="0"/>
              </a:defRPr>
            </a:lvl4pPr>
            <a:lvl5pPr>
              <a:defRPr>
                <a:latin typeface="Lato" panose="020F0502020204030203" pitchFamily="34" charset="0"/>
                <a:ea typeface="Lato" panose="020F0502020204030203" pitchFamily="34" charset="0"/>
                <a:cs typeface="Lato" panose="020F0502020204030203" pitchFamily="34"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3_Blank">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13" name="Title 6"/>
          <p:cNvSpPr>
            <a:spLocks noGrp="1"/>
          </p:cNvSpPr>
          <p:nvPr>
            <p:ph type="title" hasCustomPrompt="1"/>
          </p:nvPr>
        </p:nvSpPr>
        <p:spPr>
          <a:xfrm>
            <a:off x="235077" y="78613"/>
            <a:ext cx="8673846" cy="451739"/>
          </a:xfrm>
          <a:prstGeom prst="rect">
            <a:avLst/>
          </a:prstGeom>
        </p:spPr>
        <p:txBody>
          <a:bodyPr/>
          <a:lstStyle>
            <a:lvl1pPr>
              <a:defRPr sz="2800" b="1">
                <a:solidFill>
                  <a:schemeClr val="bg1"/>
                </a:solidFill>
                <a:latin typeface="Lato" panose="020F0502020204030203" pitchFamily="34" charset="0"/>
                <a:ea typeface="Lato" panose="020F0502020204030203" pitchFamily="34" charset="0"/>
                <a:cs typeface="Lato" panose="020F0502020204030203" pitchFamily="34" charset="0"/>
              </a:defRPr>
            </a:lvl1pPr>
          </a:lstStyle>
          <a:p>
            <a:r>
              <a:rPr lang="en-US" dirty="0"/>
              <a:t>Title 8: ………………………………………</a:t>
            </a:r>
          </a:p>
        </p:txBody>
      </p:sp>
      <p:sp>
        <p:nvSpPr>
          <p:cNvPr id="14" name="Content Placeholder 2"/>
          <p:cNvSpPr>
            <a:spLocks noGrp="1"/>
          </p:cNvSpPr>
          <p:nvPr>
            <p:ph sz="half" idx="1"/>
          </p:nvPr>
        </p:nvSpPr>
        <p:spPr>
          <a:xfrm>
            <a:off x="595884" y="1533017"/>
            <a:ext cx="3886200" cy="4351338"/>
          </a:xfrm>
          <a:prstGeom prst="rect">
            <a:avLst/>
          </a:prstGeom>
        </p:spPr>
        <p:txBody>
          <a:bodyPr/>
          <a:lstStyle>
            <a:lvl1pPr>
              <a:defRPr>
                <a:latin typeface="Lato" panose="020F0502020204030203" pitchFamily="34" charset="0"/>
                <a:ea typeface="Lato" panose="020F0502020204030203" pitchFamily="34" charset="0"/>
                <a:cs typeface="Lato" panose="020F0502020204030203" pitchFamily="34" charset="0"/>
              </a:defRPr>
            </a:lvl1pPr>
            <a:lvl2pPr>
              <a:defRPr>
                <a:latin typeface="Lato" panose="020F0502020204030203" pitchFamily="34" charset="0"/>
                <a:ea typeface="Lato" panose="020F0502020204030203" pitchFamily="34" charset="0"/>
                <a:cs typeface="Lato" panose="020F0502020204030203" pitchFamily="34" charset="0"/>
              </a:defRPr>
            </a:lvl2pPr>
            <a:lvl3pPr>
              <a:defRPr>
                <a:latin typeface="Lato" panose="020F0502020204030203" pitchFamily="34" charset="0"/>
                <a:ea typeface="Lato" panose="020F0502020204030203" pitchFamily="34" charset="0"/>
                <a:cs typeface="Lato" panose="020F0502020204030203" pitchFamily="34" charset="0"/>
              </a:defRPr>
            </a:lvl3pPr>
            <a:lvl4pPr>
              <a:defRPr>
                <a:latin typeface="Lato" panose="020F0502020204030203" pitchFamily="34" charset="0"/>
                <a:ea typeface="Lato" panose="020F0502020204030203" pitchFamily="34" charset="0"/>
                <a:cs typeface="Lato" panose="020F0502020204030203" pitchFamily="34" charset="0"/>
              </a:defRPr>
            </a:lvl4pPr>
            <a:lvl5pPr>
              <a:defRPr>
                <a:latin typeface="Lato" panose="020F0502020204030203" pitchFamily="34" charset="0"/>
                <a:ea typeface="Lato" panose="020F0502020204030203" pitchFamily="34" charset="0"/>
                <a:cs typeface="Lato" panose="020F0502020204030203" pitchFamily="34"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5" name="Content Placeholder 3"/>
          <p:cNvSpPr>
            <a:spLocks noGrp="1"/>
          </p:cNvSpPr>
          <p:nvPr>
            <p:ph sz="half" idx="2"/>
          </p:nvPr>
        </p:nvSpPr>
        <p:spPr>
          <a:xfrm>
            <a:off x="4639056" y="1533017"/>
            <a:ext cx="3886200" cy="4351338"/>
          </a:xfrm>
          <a:prstGeom prst="rect">
            <a:avLst/>
          </a:prstGeom>
        </p:spPr>
        <p:txBody>
          <a:bodyPr/>
          <a:lstStyle>
            <a:lvl1pPr>
              <a:defRPr>
                <a:latin typeface="Lato" panose="020F0502020204030203" pitchFamily="34" charset="0"/>
                <a:ea typeface="Lato" panose="020F0502020204030203" pitchFamily="34" charset="0"/>
                <a:cs typeface="Lato" panose="020F0502020204030203" pitchFamily="34" charset="0"/>
              </a:defRPr>
            </a:lvl1pPr>
            <a:lvl2pPr>
              <a:defRPr>
                <a:latin typeface="Lato" panose="020F0502020204030203" pitchFamily="34" charset="0"/>
                <a:ea typeface="Lato" panose="020F0502020204030203" pitchFamily="34" charset="0"/>
                <a:cs typeface="Lato" panose="020F0502020204030203" pitchFamily="34" charset="0"/>
              </a:defRPr>
            </a:lvl2pPr>
            <a:lvl3pPr>
              <a:defRPr>
                <a:latin typeface="Lato" panose="020F0502020204030203" pitchFamily="34" charset="0"/>
                <a:ea typeface="Lato" panose="020F0502020204030203" pitchFamily="34" charset="0"/>
                <a:cs typeface="Lato" panose="020F0502020204030203" pitchFamily="34" charset="0"/>
              </a:defRPr>
            </a:lvl3pPr>
            <a:lvl4pPr>
              <a:defRPr>
                <a:latin typeface="Lato" panose="020F0502020204030203" pitchFamily="34" charset="0"/>
                <a:ea typeface="Lato" panose="020F0502020204030203" pitchFamily="34" charset="0"/>
                <a:cs typeface="Lato" panose="020F0502020204030203" pitchFamily="34" charset="0"/>
              </a:defRPr>
            </a:lvl4pPr>
            <a:lvl5pPr>
              <a:defRPr>
                <a:latin typeface="Lato" panose="020F0502020204030203" pitchFamily="34" charset="0"/>
                <a:ea typeface="Lato" panose="020F0502020204030203" pitchFamily="34" charset="0"/>
                <a:cs typeface="Lato" panose="020F0502020204030203" pitchFamily="34"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6" name="Date Placeholder 3"/>
          <p:cNvSpPr>
            <a:spLocks noGrp="1"/>
          </p:cNvSpPr>
          <p:nvPr>
            <p:ph type="dt" sz="half" idx="10"/>
          </p:nvPr>
        </p:nvSpPr>
        <p:spPr>
          <a:xfrm>
            <a:off x="628650" y="6565257"/>
            <a:ext cx="2057400" cy="365125"/>
          </a:xfrm>
          <a:prstGeom prst="rect">
            <a:avLst/>
          </a:prstGeom>
        </p:spPr>
        <p:txBody>
          <a:bodyPr/>
          <a:lstStyle>
            <a:lvl1pPr>
              <a:defRPr sz="1200" b="1">
                <a:solidFill>
                  <a:srgbClr val="C00000"/>
                </a:solidFill>
                <a:latin typeface="Lato" panose="020F0502020204030203" pitchFamily="34" charset="0"/>
                <a:ea typeface="Lato" panose="020F0502020204030203" pitchFamily="34" charset="0"/>
                <a:cs typeface="Lato" panose="020F0502020204030203" pitchFamily="34" charset="0"/>
              </a:defRPr>
            </a:lvl1pPr>
          </a:lstStyle>
          <a:p>
            <a:fld id="{F70EAA40-3A53-4A3D-924A-D38F1059C7D5}" type="datetime1">
              <a:rPr lang="en-US" smtClean="0"/>
              <a:t>4/29/2026</a:t>
            </a:fld>
            <a:endParaRPr lang="en-US"/>
          </a:p>
        </p:txBody>
      </p:sp>
      <p:sp>
        <p:nvSpPr>
          <p:cNvPr id="17" name="Footer Placeholder 4"/>
          <p:cNvSpPr>
            <a:spLocks noGrp="1"/>
          </p:cNvSpPr>
          <p:nvPr>
            <p:ph type="ftr" sz="quarter" idx="11"/>
          </p:nvPr>
        </p:nvSpPr>
        <p:spPr>
          <a:xfrm>
            <a:off x="3028950" y="6565257"/>
            <a:ext cx="3086100" cy="365125"/>
          </a:xfrm>
          <a:prstGeom prst="rect">
            <a:avLst/>
          </a:prstGeom>
        </p:spPr>
        <p:txBody>
          <a:bodyPr/>
          <a:lstStyle>
            <a:lvl1pPr algn="ctr">
              <a:defRPr sz="1200" b="1">
                <a:solidFill>
                  <a:srgbClr val="C00000"/>
                </a:solidFill>
                <a:latin typeface="Lato" panose="020F0502020204030203" pitchFamily="34" charset="0"/>
                <a:ea typeface="Lato" panose="020F0502020204030203" pitchFamily="34" charset="0"/>
                <a:cs typeface="Lato" panose="020F0502020204030203" pitchFamily="34" charset="0"/>
              </a:defRPr>
            </a:lvl1pPr>
          </a:lstStyle>
          <a:p>
            <a:endParaRPr lang="en-US"/>
          </a:p>
        </p:txBody>
      </p:sp>
      <p:sp>
        <p:nvSpPr>
          <p:cNvPr id="18" name="Slide Number Placeholder 5"/>
          <p:cNvSpPr>
            <a:spLocks noGrp="1"/>
          </p:cNvSpPr>
          <p:nvPr>
            <p:ph type="sldNum" sz="quarter" idx="12"/>
          </p:nvPr>
        </p:nvSpPr>
        <p:spPr>
          <a:xfrm>
            <a:off x="6867383" y="6572126"/>
            <a:ext cx="2057400" cy="365125"/>
          </a:xfrm>
          <a:prstGeom prst="rect">
            <a:avLst/>
          </a:prstGeom>
        </p:spPr>
        <p:txBody>
          <a:bodyPr/>
          <a:lstStyle>
            <a:lvl1pPr algn="r">
              <a:defRPr sz="1200" b="1">
                <a:solidFill>
                  <a:srgbClr val="C00000"/>
                </a:solidFill>
                <a:latin typeface="Lato" panose="020F0502020204030203" pitchFamily="34" charset="0"/>
                <a:ea typeface="Lato" panose="020F0502020204030203" pitchFamily="34" charset="0"/>
                <a:cs typeface="Lato" panose="020F0502020204030203" pitchFamily="34" charset="0"/>
              </a:defRPr>
            </a:lvl1pPr>
          </a:lstStyle>
          <a:p>
            <a:fld id="{9EA0BE3B-158A-4EDF-80DC-E394A0D1600F}" type="slidenum">
              <a:rPr lang="en-US" smtClean="0"/>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3_Comparison">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7" name="Date Placeholder 3"/>
          <p:cNvSpPr>
            <a:spLocks noGrp="1"/>
          </p:cNvSpPr>
          <p:nvPr>
            <p:ph type="dt" sz="half" idx="10"/>
          </p:nvPr>
        </p:nvSpPr>
        <p:spPr>
          <a:xfrm>
            <a:off x="628650" y="6565257"/>
            <a:ext cx="2057400" cy="365125"/>
          </a:xfrm>
          <a:prstGeom prst="rect">
            <a:avLst/>
          </a:prstGeom>
        </p:spPr>
        <p:txBody>
          <a:bodyPr/>
          <a:lstStyle>
            <a:lvl1pPr>
              <a:defRPr sz="1200" b="1">
                <a:solidFill>
                  <a:srgbClr val="C00000"/>
                </a:solidFill>
                <a:latin typeface="Lato" panose="020F0502020204030203" pitchFamily="34" charset="0"/>
                <a:ea typeface="Lato" panose="020F0502020204030203" pitchFamily="34" charset="0"/>
                <a:cs typeface="Lato" panose="020F0502020204030203" pitchFamily="34" charset="0"/>
              </a:defRPr>
            </a:lvl1pPr>
          </a:lstStyle>
          <a:p>
            <a:fld id="{F70EAA40-3A53-4A3D-924A-D38F1059C7D5}" type="datetime1">
              <a:rPr lang="en-US" smtClean="0"/>
              <a:t>4/29/2026</a:t>
            </a:fld>
            <a:endParaRPr lang="en-US"/>
          </a:p>
        </p:txBody>
      </p:sp>
      <p:sp>
        <p:nvSpPr>
          <p:cNvPr id="8" name="Footer Placeholder 4"/>
          <p:cNvSpPr>
            <a:spLocks noGrp="1"/>
          </p:cNvSpPr>
          <p:nvPr>
            <p:ph type="ftr" sz="quarter" idx="11"/>
          </p:nvPr>
        </p:nvSpPr>
        <p:spPr>
          <a:xfrm>
            <a:off x="3028950" y="6565257"/>
            <a:ext cx="3086100" cy="365125"/>
          </a:xfrm>
          <a:prstGeom prst="rect">
            <a:avLst/>
          </a:prstGeom>
        </p:spPr>
        <p:txBody>
          <a:bodyPr/>
          <a:lstStyle>
            <a:lvl1pPr algn="ctr">
              <a:defRPr sz="1200" b="1">
                <a:solidFill>
                  <a:srgbClr val="C00000"/>
                </a:solidFill>
                <a:latin typeface="Lato" panose="020F0502020204030203" pitchFamily="34" charset="0"/>
                <a:ea typeface="Lato" panose="020F0502020204030203" pitchFamily="34" charset="0"/>
                <a:cs typeface="Lato" panose="020F0502020204030203" pitchFamily="34" charset="0"/>
              </a:defRPr>
            </a:lvl1pPr>
          </a:lstStyle>
          <a:p>
            <a:endParaRPr lang="en-US"/>
          </a:p>
        </p:txBody>
      </p:sp>
      <p:sp>
        <p:nvSpPr>
          <p:cNvPr id="9" name="Slide Number Placeholder 5"/>
          <p:cNvSpPr>
            <a:spLocks noGrp="1"/>
          </p:cNvSpPr>
          <p:nvPr>
            <p:ph type="sldNum" sz="quarter" idx="12"/>
          </p:nvPr>
        </p:nvSpPr>
        <p:spPr>
          <a:xfrm>
            <a:off x="6867383" y="6572126"/>
            <a:ext cx="2057400" cy="365125"/>
          </a:xfrm>
          <a:prstGeom prst="rect">
            <a:avLst/>
          </a:prstGeom>
        </p:spPr>
        <p:txBody>
          <a:bodyPr/>
          <a:lstStyle>
            <a:lvl1pPr algn="r">
              <a:defRPr sz="1200" b="1">
                <a:solidFill>
                  <a:srgbClr val="C00000"/>
                </a:solidFill>
                <a:latin typeface="Lato" panose="020F0502020204030203" pitchFamily="34" charset="0"/>
                <a:ea typeface="Lato" panose="020F0502020204030203" pitchFamily="34" charset="0"/>
                <a:cs typeface="Lato" panose="020F0502020204030203" pitchFamily="34" charset="0"/>
              </a:defRPr>
            </a:lvl1pPr>
          </a:lstStyle>
          <a:p>
            <a:fld id="{9EA0BE3B-158A-4EDF-80DC-E394A0D1600F}" type="slidenum">
              <a:rPr lang="en-US" smtClean="0"/>
              <a:t>‹#›</a:t>
            </a:fld>
            <a:endParaRPr lang="en-US"/>
          </a:p>
        </p:txBody>
      </p:sp>
      <p:sp>
        <p:nvSpPr>
          <p:cNvPr id="11" name="Title 6"/>
          <p:cNvSpPr>
            <a:spLocks noGrp="1"/>
          </p:cNvSpPr>
          <p:nvPr>
            <p:ph type="title" hasCustomPrompt="1"/>
          </p:nvPr>
        </p:nvSpPr>
        <p:spPr>
          <a:xfrm>
            <a:off x="235077" y="78613"/>
            <a:ext cx="8673846" cy="451739"/>
          </a:xfrm>
          <a:prstGeom prst="rect">
            <a:avLst/>
          </a:prstGeom>
        </p:spPr>
        <p:txBody>
          <a:bodyPr/>
          <a:lstStyle>
            <a:lvl1pPr>
              <a:defRPr sz="2800" b="1">
                <a:solidFill>
                  <a:schemeClr val="bg1"/>
                </a:solidFill>
                <a:latin typeface="Lato" panose="020F0502020204030203" pitchFamily="34" charset="0"/>
                <a:ea typeface="Lato" panose="020F0502020204030203" pitchFamily="34" charset="0"/>
                <a:cs typeface="Lato" panose="020F0502020204030203" pitchFamily="34" charset="0"/>
              </a:defRPr>
            </a:lvl1pPr>
          </a:lstStyle>
          <a:p>
            <a:r>
              <a:rPr lang="en-US" dirty="0"/>
              <a:t>Title 9: ………………………………………</a:t>
            </a:r>
          </a:p>
        </p:txBody>
      </p:sp>
      <p:sp>
        <p:nvSpPr>
          <p:cNvPr id="16" name="Text Placeholder 11"/>
          <p:cNvSpPr>
            <a:spLocks noGrp="1"/>
          </p:cNvSpPr>
          <p:nvPr>
            <p:ph type="body" sz="quarter" idx="13"/>
          </p:nvPr>
        </p:nvSpPr>
        <p:spPr>
          <a:xfrm>
            <a:off x="234950" y="1164920"/>
            <a:ext cx="8674100" cy="4931079"/>
          </a:xfrm>
          <a:prstGeom prst="rect">
            <a:avLst/>
          </a:prstGeom>
        </p:spPr>
        <p:txBody>
          <a:bodyPr/>
          <a:lstStyle>
            <a:lvl1pPr>
              <a:defRPr>
                <a:latin typeface="Lato" panose="020F0502020204030203" pitchFamily="34" charset="0"/>
                <a:ea typeface="Lato" panose="020F0502020204030203" pitchFamily="34" charset="0"/>
                <a:cs typeface="Lato" panose="020F0502020204030203" pitchFamily="34" charset="0"/>
              </a:defRPr>
            </a:lvl1pPr>
            <a:lvl2pPr>
              <a:defRPr>
                <a:latin typeface="Lato" panose="020F0502020204030203" pitchFamily="34" charset="0"/>
                <a:ea typeface="Lato" panose="020F0502020204030203" pitchFamily="34" charset="0"/>
                <a:cs typeface="Lato" panose="020F0502020204030203" pitchFamily="34" charset="0"/>
              </a:defRPr>
            </a:lvl2pPr>
            <a:lvl3pPr>
              <a:defRPr>
                <a:latin typeface="Lato" panose="020F0502020204030203" pitchFamily="34" charset="0"/>
                <a:ea typeface="Lato" panose="020F0502020204030203" pitchFamily="34" charset="0"/>
                <a:cs typeface="Lato" panose="020F0502020204030203" pitchFamily="34" charset="0"/>
              </a:defRPr>
            </a:lvl3pPr>
            <a:lvl4pPr>
              <a:defRPr>
                <a:latin typeface="Lato" panose="020F0502020204030203" pitchFamily="34" charset="0"/>
                <a:ea typeface="Lato" panose="020F0502020204030203" pitchFamily="34" charset="0"/>
                <a:cs typeface="Lato" panose="020F0502020204030203" pitchFamily="34" charset="0"/>
              </a:defRPr>
            </a:lvl4pPr>
            <a:lvl5pPr>
              <a:defRPr>
                <a:latin typeface="Lato" panose="020F0502020204030203" pitchFamily="34" charset="0"/>
                <a:ea typeface="Lato" panose="020F0502020204030203" pitchFamily="34" charset="0"/>
                <a:cs typeface="Lato" panose="020F0502020204030203" pitchFamily="34"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userDrawn="1">
  <p:cSld name="1_Content with Caption">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5" name="Date Placeholder 3"/>
          <p:cNvSpPr>
            <a:spLocks noGrp="1"/>
          </p:cNvSpPr>
          <p:nvPr>
            <p:ph type="dt" sz="half" idx="10"/>
          </p:nvPr>
        </p:nvSpPr>
        <p:spPr>
          <a:xfrm>
            <a:off x="628650" y="6565257"/>
            <a:ext cx="2057400" cy="365125"/>
          </a:xfrm>
          <a:prstGeom prst="rect">
            <a:avLst/>
          </a:prstGeom>
        </p:spPr>
        <p:txBody>
          <a:bodyPr/>
          <a:lstStyle>
            <a:lvl1pPr>
              <a:defRPr sz="1200" b="1">
                <a:solidFill>
                  <a:schemeClr val="bg1">
                    <a:lumMod val="95000"/>
                  </a:schemeClr>
                </a:solidFill>
                <a:latin typeface="Lato" panose="020F0502020204030203" pitchFamily="34" charset="0"/>
                <a:ea typeface="Lato" panose="020F0502020204030203" pitchFamily="34" charset="0"/>
                <a:cs typeface="Lato" panose="020F0502020204030203" pitchFamily="34" charset="0"/>
              </a:defRPr>
            </a:lvl1pPr>
          </a:lstStyle>
          <a:p>
            <a:fld id="{F70EAA40-3A53-4A3D-924A-D38F1059C7D5}" type="datetime1">
              <a:rPr lang="en-US" smtClean="0"/>
              <a:t>4/29/2026</a:t>
            </a:fld>
            <a:endParaRPr lang="en-US"/>
          </a:p>
        </p:txBody>
      </p:sp>
      <p:sp>
        <p:nvSpPr>
          <p:cNvPr id="6" name="Footer Placeholder 4"/>
          <p:cNvSpPr>
            <a:spLocks noGrp="1"/>
          </p:cNvSpPr>
          <p:nvPr>
            <p:ph type="ftr" sz="quarter" idx="11"/>
          </p:nvPr>
        </p:nvSpPr>
        <p:spPr>
          <a:xfrm>
            <a:off x="3028950" y="6565257"/>
            <a:ext cx="3086100" cy="365125"/>
          </a:xfrm>
          <a:prstGeom prst="rect">
            <a:avLst/>
          </a:prstGeom>
        </p:spPr>
        <p:txBody>
          <a:bodyPr/>
          <a:lstStyle>
            <a:lvl1pPr algn="ctr">
              <a:defRPr sz="1200" b="1">
                <a:solidFill>
                  <a:srgbClr val="C00000"/>
                </a:solidFill>
                <a:latin typeface="Lato" panose="020F0502020204030203" pitchFamily="34" charset="0"/>
                <a:ea typeface="Lato" panose="020F0502020204030203" pitchFamily="34" charset="0"/>
                <a:cs typeface="Lato" panose="020F0502020204030203" pitchFamily="34" charset="0"/>
              </a:defRPr>
            </a:lvl1pPr>
          </a:lstStyle>
          <a:p>
            <a:endParaRPr lang="en-US"/>
          </a:p>
        </p:txBody>
      </p:sp>
      <p:sp>
        <p:nvSpPr>
          <p:cNvPr id="7" name="Slide Number Placeholder 5"/>
          <p:cNvSpPr>
            <a:spLocks noGrp="1"/>
          </p:cNvSpPr>
          <p:nvPr>
            <p:ph type="sldNum" sz="quarter" idx="12"/>
          </p:nvPr>
        </p:nvSpPr>
        <p:spPr>
          <a:xfrm>
            <a:off x="6867383" y="6572126"/>
            <a:ext cx="2057400" cy="365125"/>
          </a:xfrm>
          <a:prstGeom prst="rect">
            <a:avLst/>
          </a:prstGeom>
        </p:spPr>
        <p:txBody>
          <a:bodyPr/>
          <a:lstStyle>
            <a:lvl1pPr algn="r">
              <a:defRPr sz="1200" b="1">
                <a:solidFill>
                  <a:srgbClr val="C00000"/>
                </a:solidFill>
                <a:latin typeface="Lato" panose="020F0502020204030203" pitchFamily="34" charset="0"/>
                <a:ea typeface="Lato" panose="020F0502020204030203" pitchFamily="34" charset="0"/>
                <a:cs typeface="Lato" panose="020F0502020204030203" pitchFamily="34" charset="0"/>
              </a:defRPr>
            </a:lvl1pPr>
          </a:lstStyle>
          <a:p>
            <a:fld id="{9EA0BE3B-158A-4EDF-80DC-E394A0D1600F}" type="slidenum">
              <a:rPr lang="en-US" smtClean="0"/>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image" Target="../media/image1.png"/><Relationship Id="rId5" Type="http://schemas.openxmlformats.org/officeDocument/2006/relationships/slideLayout" Target="../slideLayouts/slideLayout5.xml"/><Relationship Id="rId10"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11">
            <a:lum/>
          </a:blip>
          <a:srcRect/>
          <a:stretch>
            <a:fillRect/>
          </a:stretch>
        </a:blipFill>
        <a:effectLst/>
      </p:bgPr>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51" r:id="rId1"/>
    <p:sldLayoutId id="2147483653" r:id="rId2"/>
    <p:sldLayoutId id="2147483654" r:id="rId3"/>
    <p:sldLayoutId id="2147483655" r:id="rId4"/>
    <p:sldLayoutId id="2147483656" r:id="rId5"/>
    <p:sldLayoutId id="2147483657" r:id="rId6"/>
    <p:sldLayoutId id="2147483658" r:id="rId7"/>
    <p:sldLayoutId id="2147483659" r:id="rId8"/>
    <p:sldLayoutId id="2147483660" r:id="rId9"/>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5.png"/><Relationship Id="rId1" Type="http://schemas.openxmlformats.org/officeDocument/2006/relationships/slideLayout" Target="../slideLayouts/slideLayout2.xml"/><Relationship Id="rId5" Type="http://schemas.openxmlformats.org/officeDocument/2006/relationships/image" Target="../media/image18.png"/><Relationship Id="rId4" Type="http://schemas.openxmlformats.org/officeDocument/2006/relationships/image" Target="../media/image17.png"/></Relationships>
</file>

<file path=ppt/slides/_rels/slide9.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 name="Picture 3"/>
          <p:cNvPicPr>
            <a:picLocks noChangeAspect="1"/>
          </p:cNvPicPr>
          <p:nvPr/>
        </p:nvPicPr>
        <p:blipFill>
          <a:blip r:embed="rId2" cstate="print">
            <a:extLst>
              <a:ext uri="{28A0092B-C50C-407E-A947-70E740481C1C}">
                <a14:useLocalDpi xmlns:a14="http://schemas.microsoft.com/office/drawing/2010/main" val="0"/>
              </a:ext>
            </a:extLst>
          </a:blip>
          <a:srcRect/>
          <a:stretch>
            <a:fillRect/>
          </a:stretch>
        </p:blipFill>
        <p:spPr>
          <a:xfrm>
            <a:off x="413012" y="398419"/>
            <a:ext cx="2037225" cy="611594"/>
          </a:xfrm>
          <a:prstGeom prst="rect">
            <a:avLst/>
          </a:prstGeom>
        </p:spPr>
      </p:pic>
      <p:sp>
        <p:nvSpPr>
          <p:cNvPr id="11" name="Title 6"/>
          <p:cNvSpPr txBox="1"/>
          <p:nvPr/>
        </p:nvSpPr>
        <p:spPr>
          <a:xfrm>
            <a:off x="606489" y="2698405"/>
            <a:ext cx="7175241" cy="889395"/>
          </a:xfrm>
          <a:prstGeom prst="rect">
            <a:avLst/>
          </a:prstGeom>
        </p:spPr>
        <p:txBody>
          <a:bodyPr/>
          <a:lstStyle>
            <a:lvl1pPr algn="l" defTabSz="914400" rtl="0" eaLnBrk="1" latinLnBrk="0" hangingPunct="1">
              <a:lnSpc>
                <a:spcPct val="90000"/>
              </a:lnSpc>
              <a:spcBef>
                <a:spcPct val="0"/>
              </a:spcBef>
              <a:buNone/>
              <a:defRPr sz="5400" b="1" kern="1200">
                <a:solidFill>
                  <a:srgbClr val="C00000"/>
                </a:solidFill>
                <a:latin typeface="Lato" panose="020F0502020204030203" pitchFamily="34" charset="0"/>
                <a:ea typeface="Lato" panose="020F0502020204030203" pitchFamily="34" charset="0"/>
                <a:cs typeface="Lato" panose="020F0502020204030203" pitchFamily="34" charset="0"/>
              </a:defRPr>
            </a:lvl1pPr>
          </a:lstStyle>
          <a:p>
            <a:pPr algn="ctr"/>
            <a:r>
              <a:rPr lang="vi-VN" sz="3500" b="0">
                <a:latin typeface="Aptos" panose="020B0004020202020204" pitchFamily="34" charset="0"/>
              </a:rPr>
              <a:t>Thiết kế Robot cho chế tạo</a:t>
            </a:r>
            <a:endParaRPr lang="en-US" altLang="en-US" sz="3500" b="0">
              <a:latin typeface="Aptos" panose="020B0004020202020204" pitchFamily="34" charset="0"/>
            </a:endParaRPr>
          </a:p>
        </p:txBody>
      </p:sp>
      <p:sp>
        <p:nvSpPr>
          <p:cNvPr id="12" name="Title 6"/>
          <p:cNvSpPr txBox="1"/>
          <p:nvPr/>
        </p:nvSpPr>
        <p:spPr>
          <a:xfrm>
            <a:off x="1160904" y="4289196"/>
            <a:ext cx="7342482" cy="848793"/>
          </a:xfrm>
          <a:prstGeom prst="rect">
            <a:avLst/>
          </a:prstGeom>
        </p:spPr>
        <p:txBody>
          <a:bodyPr/>
          <a:lstStyle>
            <a:lvl1pPr algn="l" defTabSz="914400" rtl="0" eaLnBrk="1" latinLnBrk="0" hangingPunct="1">
              <a:lnSpc>
                <a:spcPct val="90000"/>
              </a:lnSpc>
              <a:spcBef>
                <a:spcPct val="0"/>
              </a:spcBef>
              <a:buNone/>
              <a:defRPr sz="5400" b="1" kern="1200">
                <a:solidFill>
                  <a:srgbClr val="C00000"/>
                </a:solidFill>
                <a:latin typeface="Lato" panose="020F0502020204030203" pitchFamily="34" charset="0"/>
                <a:ea typeface="Lato" panose="020F0502020204030203" pitchFamily="34" charset="0"/>
                <a:cs typeface="Lato" panose="020F0502020204030203" pitchFamily="34" charset="0"/>
              </a:defRPr>
            </a:lvl1pPr>
          </a:lstStyle>
          <a:p>
            <a:endParaRPr lang="en-US" sz="2800" b="0"/>
          </a:p>
        </p:txBody>
      </p:sp>
      <p:sp>
        <p:nvSpPr>
          <p:cNvPr id="2" name="TextBox 1">
            <a:extLst>
              <a:ext uri="{FF2B5EF4-FFF2-40B4-BE49-F238E27FC236}">
                <a16:creationId xmlns:a16="http://schemas.microsoft.com/office/drawing/2014/main" id="{5EF507DB-5E94-920D-3183-DC710D8AA7C8}"/>
              </a:ext>
            </a:extLst>
          </p:cNvPr>
          <p:cNvSpPr txBox="1"/>
          <p:nvPr/>
        </p:nvSpPr>
        <p:spPr>
          <a:xfrm>
            <a:off x="4647414" y="4289196"/>
            <a:ext cx="184731" cy="369332"/>
          </a:xfrm>
          <a:prstGeom prst="rect">
            <a:avLst/>
          </a:prstGeom>
          <a:noFill/>
        </p:spPr>
        <p:txBody>
          <a:bodyPr wrap="none" rtlCol="0">
            <a:spAutoFit/>
          </a:bodyPr>
          <a:lstStyle/>
          <a:p>
            <a:endParaRPr lang="en-VN"/>
          </a:p>
        </p:txBody>
      </p:sp>
      <p:sp>
        <p:nvSpPr>
          <p:cNvPr id="3" name="TextBox 2">
            <a:extLst>
              <a:ext uri="{FF2B5EF4-FFF2-40B4-BE49-F238E27FC236}">
                <a16:creationId xmlns:a16="http://schemas.microsoft.com/office/drawing/2014/main" id="{87E382B8-3A9F-1151-9029-A494F8222424}"/>
              </a:ext>
            </a:extLst>
          </p:cNvPr>
          <p:cNvSpPr txBox="1"/>
          <p:nvPr/>
        </p:nvSpPr>
        <p:spPr>
          <a:xfrm>
            <a:off x="413012" y="4067261"/>
            <a:ext cx="6864866" cy="1292662"/>
          </a:xfrm>
          <a:prstGeom prst="rect">
            <a:avLst/>
          </a:prstGeom>
          <a:noFill/>
        </p:spPr>
        <p:txBody>
          <a:bodyPr wrap="square" rtlCol="0">
            <a:spAutoFit/>
          </a:bodyPr>
          <a:lstStyle/>
          <a:p>
            <a:r>
              <a:rPr lang="vi-VN" sz="2600">
                <a:solidFill>
                  <a:srgbClr val="C02034"/>
                </a:solidFill>
                <a:latin typeface="Aptos" panose="020B0004020202020204" pitchFamily="34" charset="0"/>
              </a:rPr>
              <a:t>Nhóm:    Project XYaZ - Multi-body</a:t>
            </a:r>
          </a:p>
          <a:p>
            <a:r>
              <a:rPr lang="vi-VN" sz="2600">
                <a:solidFill>
                  <a:srgbClr val="C02034"/>
                </a:solidFill>
                <a:latin typeface="Aptos" panose="020B0004020202020204" pitchFamily="34" charset="0"/>
              </a:rPr>
              <a:t>Ngày:     28 tháng 4 năm 2026</a:t>
            </a:r>
          </a:p>
          <a:p>
            <a:r>
              <a:rPr lang="vi-VN" sz="2600">
                <a:solidFill>
                  <a:srgbClr val="C02034"/>
                </a:solidFill>
                <a:latin typeface="Aptos" panose="020B0004020202020204" pitchFamily="34" charset="0"/>
              </a:rPr>
              <a:t>Trường: Cơ khí, đại học Bách Khoa Hà Nội</a:t>
            </a:r>
          </a:p>
        </p:txBody>
      </p:sp>
    </p:spTree>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lide Number Placeholder 4"/>
          <p:cNvSpPr>
            <a:spLocks noGrp="1"/>
          </p:cNvSpPr>
          <p:nvPr>
            <p:ph type="sldNum" sz="quarter" idx="12"/>
          </p:nvPr>
        </p:nvSpPr>
        <p:spPr>
          <a:xfrm>
            <a:off x="6867383" y="6492878"/>
            <a:ext cx="2057400" cy="365125"/>
          </a:xfrm>
          <a:prstGeom prst="rect">
            <a:avLst/>
          </a:prstGeom>
        </p:spPr>
        <p:txBody>
          <a:bodyPr/>
          <a:lstStyle/>
          <a:p>
            <a:fld id="{9EA0BE3B-158A-4EDF-80DC-E394A0D1600F}" type="slidenum">
              <a:rPr lang="en-US" smtClean="0"/>
              <a:t>2</a:t>
            </a:fld>
            <a:endParaRPr lang="en-US"/>
          </a:p>
        </p:txBody>
      </p:sp>
      <p:sp>
        <p:nvSpPr>
          <p:cNvPr id="6" name="Rectangles 5"/>
          <p:cNvSpPr/>
          <p:nvPr/>
        </p:nvSpPr>
        <p:spPr>
          <a:xfrm>
            <a:off x="-229870" y="-76835"/>
            <a:ext cx="9717405" cy="1260475"/>
          </a:xfrm>
          <a:prstGeom prst="rect">
            <a:avLst/>
          </a:prstGeom>
          <a:solidFill>
            <a:srgbClr val="C02034"/>
          </a:solidFill>
          <a:ln>
            <a:solidFill>
              <a:srgbClr val="C52135"/>
            </a:solid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en-US"/>
          </a:p>
        </p:txBody>
      </p:sp>
      <p:sp>
        <p:nvSpPr>
          <p:cNvPr id="7" name="Rectangles 6"/>
          <p:cNvSpPr/>
          <p:nvPr/>
        </p:nvSpPr>
        <p:spPr>
          <a:xfrm>
            <a:off x="-174625" y="1391285"/>
            <a:ext cx="9591675" cy="130810"/>
          </a:xfrm>
          <a:prstGeom prst="rect">
            <a:avLst/>
          </a:prstGeom>
          <a:solidFill>
            <a:srgbClr val="E7A41D"/>
          </a:solidFill>
          <a:ln>
            <a:solidFill>
              <a:srgbClr val="E7A41D"/>
            </a:solid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288977" y="249703"/>
            <a:ext cx="8635896" cy="436098"/>
          </a:xfrm>
          <a:prstGeom prst="rect">
            <a:avLst/>
          </a:prstGeom>
        </p:spPr>
        <p:txBody>
          <a:bodyPr/>
          <a:lstStyle/>
          <a:p>
            <a:r>
              <a:rPr lang="vi-VN" sz="4400"/>
              <a:t>Mục Tiêu</a:t>
            </a:r>
            <a:endParaRPr lang="en-US" sz="4400">
              <a:latin typeface="Aptos" panose="020B0004020202020204" pitchFamily="34" charset="0"/>
            </a:endParaRPr>
          </a:p>
        </p:txBody>
      </p:sp>
      <p:sp>
        <p:nvSpPr>
          <p:cNvPr id="8" name="Text Box 7"/>
          <p:cNvSpPr txBox="1"/>
          <p:nvPr/>
        </p:nvSpPr>
        <p:spPr>
          <a:xfrm>
            <a:off x="549592" y="1729740"/>
            <a:ext cx="8044815" cy="4708981"/>
          </a:xfrm>
          <a:prstGeom prst="rect">
            <a:avLst/>
          </a:prstGeom>
          <a:noFill/>
        </p:spPr>
        <p:txBody>
          <a:bodyPr wrap="square" rtlCol="0">
            <a:spAutoFit/>
          </a:bodyPr>
          <a:lstStyle/>
          <a:p>
            <a:pPr marL="571500" indent="-571500" algn="just">
              <a:spcAft>
                <a:spcPts val="600"/>
              </a:spcAft>
              <a:buFont typeface="Wingdings" panose="05000000000000000000" pitchFamily="2" charset="2"/>
              <a:buChar char="q"/>
            </a:pPr>
            <a:r>
              <a:rPr lang="vi-VN" sz="2800">
                <a:latin typeface="Aptos" panose="020B0004020202020204" pitchFamily="34" charset="0"/>
              </a:rPr>
              <a:t>Tìm mô hình UR5</a:t>
            </a:r>
          </a:p>
          <a:p>
            <a:pPr marL="457200" indent="-457200" algn="just">
              <a:spcAft>
                <a:spcPts val="600"/>
              </a:spcAft>
              <a:buFont typeface="Arial" panose="020B0604020202020204" pitchFamily="34" charset="0"/>
              <a:buChar char="•"/>
            </a:pPr>
            <a:r>
              <a:rPr lang="vi-VN" sz="2800">
                <a:latin typeface="Aptos" panose="020B0004020202020204" pitchFamily="34" charset="0"/>
              </a:rPr>
              <a:t>Tổng quan robot</a:t>
            </a:r>
          </a:p>
          <a:p>
            <a:pPr marL="457200" indent="-457200" algn="just">
              <a:spcAft>
                <a:spcPts val="600"/>
              </a:spcAft>
              <a:buFont typeface="Wingdings" panose="05000000000000000000" pitchFamily="2" charset="2"/>
              <a:buChar char="q"/>
            </a:pPr>
            <a:r>
              <a:rPr lang="vi-VN" sz="2800">
                <a:latin typeface="Aptos" panose="020B0004020202020204" pitchFamily="34" charset="0"/>
              </a:rPr>
              <a:t> Tìm hiểu về mô hình</a:t>
            </a:r>
          </a:p>
          <a:p>
            <a:pPr marL="457200" indent="-457200" algn="just">
              <a:spcAft>
                <a:spcPts val="600"/>
              </a:spcAft>
              <a:buFont typeface="Arial" panose="020B0604020202020204" pitchFamily="34" charset="0"/>
              <a:buChar char="•"/>
            </a:pPr>
            <a:r>
              <a:rPr lang="vi-VN" sz="2800">
                <a:latin typeface="Aptos" panose="020B0004020202020204" pitchFamily="34" charset="0"/>
              </a:rPr>
              <a:t>Tính động học ngược</a:t>
            </a:r>
          </a:p>
          <a:p>
            <a:pPr marL="457200" indent="-457200" algn="just">
              <a:spcAft>
                <a:spcPts val="600"/>
              </a:spcAft>
              <a:buFont typeface="Arial" panose="020B0604020202020204" pitchFamily="34" charset="0"/>
              <a:buChar char="•"/>
            </a:pPr>
            <a:r>
              <a:rPr lang="vi-VN" sz="2800">
                <a:latin typeface="Aptos" panose="020B0004020202020204" pitchFamily="34" charset="0"/>
              </a:rPr>
              <a:t>Tính động học nghịch</a:t>
            </a:r>
          </a:p>
          <a:p>
            <a:pPr marL="457200" indent="-457200" algn="just">
              <a:spcAft>
                <a:spcPts val="600"/>
              </a:spcAft>
              <a:buFont typeface="Arial" panose="020B0604020202020204" pitchFamily="34" charset="0"/>
              <a:buChar char="•"/>
            </a:pPr>
            <a:r>
              <a:rPr lang="vi-VN" sz="2800">
                <a:latin typeface="Aptos" panose="020B0004020202020204" pitchFamily="34" charset="0"/>
              </a:rPr>
              <a:t>Điều khiển quỹ đạo</a:t>
            </a:r>
          </a:p>
          <a:p>
            <a:pPr marL="457200" indent="-457200" algn="just">
              <a:spcAft>
                <a:spcPts val="600"/>
              </a:spcAft>
              <a:buFont typeface="Arial" panose="020B0604020202020204" pitchFamily="34" charset="0"/>
              <a:buChar char="•"/>
            </a:pPr>
            <a:r>
              <a:rPr lang="vi-VN" sz="2800">
                <a:latin typeface="Aptos" panose="020B0004020202020204" pitchFamily="34" charset="0"/>
              </a:rPr>
              <a:t>Xác định va chạm</a:t>
            </a:r>
          </a:p>
          <a:p>
            <a:pPr marL="342900" indent="-342900" algn="just">
              <a:spcAft>
                <a:spcPts val="600"/>
              </a:spcAft>
              <a:buFont typeface="Arial" panose="020B0604020202020204" pitchFamily="34" charset="0"/>
              <a:buChar char="•"/>
            </a:pPr>
            <a:r>
              <a:rPr lang="vi-VN" sz="2800">
                <a:latin typeface="Aptos" panose="020B0004020202020204" pitchFamily="34" charset="0"/>
              </a:rPr>
              <a:t> Gắp vật</a:t>
            </a:r>
            <a:endParaRPr lang="en-US" sz="2800" dirty="0">
              <a:latin typeface="Aptos" panose="020B0004020202020204" pitchFamily="34" charset="0"/>
            </a:endParaRPr>
          </a:p>
          <a:p>
            <a:pPr indent="0">
              <a:buFont typeface="Arial" panose="020B0604020202020204" pitchFamily="34" charset="0"/>
              <a:buNone/>
            </a:pPr>
            <a:endParaRPr lang="en-US" sz="3600" dirty="0"/>
          </a:p>
        </p:txBody>
      </p:sp>
    </p:spTree>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fade">
                                      <p:cBhvr>
                                        <p:cTn id="7"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DB28AE0-C186-01B5-3761-D3AE77AD765C}"/>
            </a:ext>
          </a:extLst>
        </p:cNvPr>
        <p:cNvGrpSpPr/>
        <p:nvPr/>
      </p:nvGrpSpPr>
      <p:grpSpPr>
        <a:xfrm>
          <a:off x="0" y="0"/>
          <a:ext cx="0" cy="0"/>
          <a:chOff x="0" y="0"/>
          <a:chExt cx="0" cy="0"/>
        </a:xfrm>
      </p:grpSpPr>
      <p:sp>
        <p:nvSpPr>
          <p:cNvPr id="5" name="Slide Number Placeholder 4">
            <a:extLst>
              <a:ext uri="{FF2B5EF4-FFF2-40B4-BE49-F238E27FC236}">
                <a16:creationId xmlns:a16="http://schemas.microsoft.com/office/drawing/2014/main" id="{58E8B576-A4BA-1DF0-7801-0D126BBD21A8}"/>
              </a:ext>
            </a:extLst>
          </p:cNvPr>
          <p:cNvSpPr>
            <a:spLocks noGrp="1"/>
          </p:cNvSpPr>
          <p:nvPr>
            <p:ph type="sldNum" sz="quarter" idx="12"/>
          </p:nvPr>
        </p:nvSpPr>
        <p:spPr>
          <a:xfrm>
            <a:off x="6867383" y="6492878"/>
            <a:ext cx="2057400" cy="365125"/>
          </a:xfrm>
          <a:prstGeom prst="rect">
            <a:avLst/>
          </a:prstGeom>
        </p:spPr>
        <p:txBody>
          <a:bodyPr/>
          <a:lstStyle/>
          <a:p>
            <a:fld id="{9EA0BE3B-158A-4EDF-80DC-E394A0D1600F}" type="slidenum">
              <a:rPr lang="en-US" smtClean="0"/>
              <a:t>3</a:t>
            </a:fld>
            <a:endParaRPr lang="en-US"/>
          </a:p>
        </p:txBody>
      </p:sp>
      <p:sp>
        <p:nvSpPr>
          <p:cNvPr id="6" name="Rectangles 5">
            <a:extLst>
              <a:ext uri="{FF2B5EF4-FFF2-40B4-BE49-F238E27FC236}">
                <a16:creationId xmlns:a16="http://schemas.microsoft.com/office/drawing/2014/main" id="{C8419FAA-CFDB-6EEB-4AA7-50F74DEC8EB9}"/>
              </a:ext>
            </a:extLst>
          </p:cNvPr>
          <p:cNvSpPr/>
          <p:nvPr/>
        </p:nvSpPr>
        <p:spPr>
          <a:xfrm>
            <a:off x="-229870" y="-76835"/>
            <a:ext cx="9717405" cy="1260475"/>
          </a:xfrm>
          <a:prstGeom prst="rect">
            <a:avLst/>
          </a:prstGeom>
          <a:solidFill>
            <a:srgbClr val="C02034"/>
          </a:solidFill>
          <a:ln>
            <a:solidFill>
              <a:srgbClr val="C52135"/>
            </a:solid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en-US"/>
          </a:p>
        </p:txBody>
      </p:sp>
      <p:sp>
        <p:nvSpPr>
          <p:cNvPr id="7" name="Rectangles 6">
            <a:extLst>
              <a:ext uri="{FF2B5EF4-FFF2-40B4-BE49-F238E27FC236}">
                <a16:creationId xmlns:a16="http://schemas.microsoft.com/office/drawing/2014/main" id="{62A96016-EDBC-494D-AF40-F0337C7D194A}"/>
              </a:ext>
            </a:extLst>
          </p:cNvPr>
          <p:cNvSpPr/>
          <p:nvPr/>
        </p:nvSpPr>
        <p:spPr>
          <a:xfrm>
            <a:off x="-174625" y="1391285"/>
            <a:ext cx="9591675" cy="130810"/>
          </a:xfrm>
          <a:prstGeom prst="rect">
            <a:avLst/>
          </a:prstGeom>
          <a:solidFill>
            <a:srgbClr val="E7A41D"/>
          </a:solidFill>
          <a:ln>
            <a:solidFill>
              <a:srgbClr val="E7A41D"/>
            </a:solid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5FE905CC-2815-94A1-8708-CA8271A10751}"/>
              </a:ext>
            </a:extLst>
          </p:cNvPr>
          <p:cNvSpPr>
            <a:spLocks noGrp="1"/>
          </p:cNvSpPr>
          <p:nvPr>
            <p:ph type="title"/>
          </p:nvPr>
        </p:nvSpPr>
        <p:spPr>
          <a:xfrm>
            <a:off x="288977" y="249703"/>
            <a:ext cx="8635896" cy="436098"/>
          </a:xfrm>
          <a:prstGeom prst="rect">
            <a:avLst/>
          </a:prstGeom>
        </p:spPr>
        <p:txBody>
          <a:bodyPr/>
          <a:lstStyle/>
          <a:p>
            <a:r>
              <a:rPr lang="vi-VN" sz="4400"/>
              <a:t>Mô hình UR5</a:t>
            </a:r>
            <a:endParaRPr lang="en-US" sz="4400">
              <a:latin typeface="Aptos" panose="020B0004020202020204" pitchFamily="34" charset="0"/>
            </a:endParaRPr>
          </a:p>
        </p:txBody>
      </p:sp>
      <p:sp>
        <p:nvSpPr>
          <p:cNvPr id="9" name="TextBox 8">
            <a:extLst>
              <a:ext uri="{FF2B5EF4-FFF2-40B4-BE49-F238E27FC236}">
                <a16:creationId xmlns:a16="http://schemas.microsoft.com/office/drawing/2014/main" id="{20AFC447-4757-A738-D6B8-49289CCE856C}"/>
              </a:ext>
            </a:extLst>
          </p:cNvPr>
          <p:cNvSpPr txBox="1"/>
          <p:nvPr/>
        </p:nvSpPr>
        <p:spPr>
          <a:xfrm flipH="1">
            <a:off x="3325907" y="5873097"/>
            <a:ext cx="5495365" cy="369332"/>
          </a:xfrm>
          <a:prstGeom prst="rect">
            <a:avLst/>
          </a:prstGeom>
          <a:noFill/>
        </p:spPr>
        <p:txBody>
          <a:bodyPr wrap="square" rtlCol="0">
            <a:spAutoFit/>
          </a:bodyPr>
          <a:lstStyle/>
          <a:p>
            <a:r>
              <a:rPr lang="vi-VN"/>
              <a:t>Hình ảnh robot Ur5</a:t>
            </a:r>
            <a:endParaRPr lang="en-US"/>
          </a:p>
        </p:txBody>
      </p:sp>
      <p:pic>
        <p:nvPicPr>
          <p:cNvPr id="8" name="Picture 7">
            <a:extLst>
              <a:ext uri="{FF2B5EF4-FFF2-40B4-BE49-F238E27FC236}">
                <a16:creationId xmlns:a16="http://schemas.microsoft.com/office/drawing/2014/main" id="{9A21C401-A9F6-48E2-AB45-F56C00A467EB}"/>
              </a:ext>
            </a:extLst>
          </p:cNvPr>
          <p:cNvPicPr>
            <a:picLocks noChangeAspect="1"/>
          </p:cNvPicPr>
          <p:nvPr/>
        </p:nvPicPr>
        <p:blipFill>
          <a:blip r:embed="rId2"/>
          <a:srcRect l="23431" t="26035" r="21177" b="14531"/>
          <a:stretch>
            <a:fillRect/>
          </a:stretch>
        </p:blipFill>
        <p:spPr>
          <a:xfrm>
            <a:off x="2039470" y="2708556"/>
            <a:ext cx="5065059" cy="3056965"/>
          </a:xfrm>
          <a:prstGeom prst="rect">
            <a:avLst/>
          </a:prstGeom>
        </p:spPr>
      </p:pic>
      <p:sp>
        <p:nvSpPr>
          <p:cNvPr id="10" name="TextBox 9">
            <a:extLst>
              <a:ext uri="{FF2B5EF4-FFF2-40B4-BE49-F238E27FC236}">
                <a16:creationId xmlns:a16="http://schemas.microsoft.com/office/drawing/2014/main" id="{5A289628-36BF-C253-A070-5248C04F50CA}"/>
              </a:ext>
            </a:extLst>
          </p:cNvPr>
          <p:cNvSpPr txBox="1"/>
          <p:nvPr/>
        </p:nvSpPr>
        <p:spPr>
          <a:xfrm>
            <a:off x="389006" y="1745993"/>
            <a:ext cx="8535777" cy="923330"/>
          </a:xfrm>
          <a:prstGeom prst="rect">
            <a:avLst/>
          </a:prstGeom>
          <a:noFill/>
        </p:spPr>
        <p:txBody>
          <a:bodyPr wrap="square" rtlCol="0">
            <a:spAutoFit/>
          </a:bodyPr>
          <a:lstStyle/>
          <a:p>
            <a:r>
              <a:rPr lang="vi-VN"/>
              <a:t>Nguồn tài liệu: file .xml được lấy từ Google DeepMind</a:t>
            </a:r>
          </a:p>
          <a:p>
            <a:r>
              <a:rPr lang="vi-VN"/>
              <a:t>Link https://github.com/google-deepmind/mujoco_menagerie/tree/main/universal_robots_ur5e</a:t>
            </a:r>
            <a:endParaRPr lang="en-US"/>
          </a:p>
        </p:txBody>
      </p:sp>
    </p:spTree>
    <p:extLst>
      <p:ext uri="{BB962C8B-B14F-4D97-AF65-F5344CB8AC3E}">
        <p14:creationId xmlns:p14="http://schemas.microsoft.com/office/powerpoint/2010/main" val="3295176521"/>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45117F5-384C-EA29-5B43-04069DF607AE}"/>
            </a:ext>
          </a:extLst>
        </p:cNvPr>
        <p:cNvGrpSpPr/>
        <p:nvPr/>
      </p:nvGrpSpPr>
      <p:grpSpPr>
        <a:xfrm>
          <a:off x="0" y="0"/>
          <a:ext cx="0" cy="0"/>
          <a:chOff x="0" y="0"/>
          <a:chExt cx="0" cy="0"/>
        </a:xfrm>
      </p:grpSpPr>
      <p:sp>
        <p:nvSpPr>
          <p:cNvPr id="5" name="Slide Number Placeholder 4">
            <a:extLst>
              <a:ext uri="{FF2B5EF4-FFF2-40B4-BE49-F238E27FC236}">
                <a16:creationId xmlns:a16="http://schemas.microsoft.com/office/drawing/2014/main" id="{68AF2478-9DBA-EDF9-CE9C-F70CE8655E5A}"/>
              </a:ext>
            </a:extLst>
          </p:cNvPr>
          <p:cNvSpPr>
            <a:spLocks noGrp="1"/>
          </p:cNvSpPr>
          <p:nvPr>
            <p:ph type="sldNum" sz="quarter" idx="12"/>
          </p:nvPr>
        </p:nvSpPr>
        <p:spPr>
          <a:xfrm>
            <a:off x="6867383" y="6492878"/>
            <a:ext cx="2057400" cy="365125"/>
          </a:xfrm>
          <a:prstGeom prst="rect">
            <a:avLst/>
          </a:prstGeom>
        </p:spPr>
        <p:txBody>
          <a:bodyPr/>
          <a:lstStyle/>
          <a:p>
            <a:fld id="{9EA0BE3B-158A-4EDF-80DC-E394A0D1600F}" type="slidenum">
              <a:rPr lang="en-US" smtClean="0"/>
              <a:t>4</a:t>
            </a:fld>
            <a:endParaRPr lang="en-US"/>
          </a:p>
        </p:txBody>
      </p:sp>
      <p:sp>
        <p:nvSpPr>
          <p:cNvPr id="6" name="Rectangles 5">
            <a:extLst>
              <a:ext uri="{FF2B5EF4-FFF2-40B4-BE49-F238E27FC236}">
                <a16:creationId xmlns:a16="http://schemas.microsoft.com/office/drawing/2014/main" id="{2D4D097A-1094-5CA2-30A8-2C153E974935}"/>
              </a:ext>
            </a:extLst>
          </p:cNvPr>
          <p:cNvSpPr/>
          <p:nvPr/>
        </p:nvSpPr>
        <p:spPr>
          <a:xfrm>
            <a:off x="-229870" y="-76835"/>
            <a:ext cx="9717405" cy="1260475"/>
          </a:xfrm>
          <a:prstGeom prst="rect">
            <a:avLst/>
          </a:prstGeom>
          <a:solidFill>
            <a:srgbClr val="C02034"/>
          </a:solidFill>
          <a:ln>
            <a:solidFill>
              <a:srgbClr val="C52135"/>
            </a:solid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en-US"/>
          </a:p>
        </p:txBody>
      </p:sp>
      <p:sp>
        <p:nvSpPr>
          <p:cNvPr id="7" name="Rectangles 6">
            <a:extLst>
              <a:ext uri="{FF2B5EF4-FFF2-40B4-BE49-F238E27FC236}">
                <a16:creationId xmlns:a16="http://schemas.microsoft.com/office/drawing/2014/main" id="{EFF4AB96-9924-DA6E-C060-2A9738E8C397}"/>
              </a:ext>
            </a:extLst>
          </p:cNvPr>
          <p:cNvSpPr/>
          <p:nvPr/>
        </p:nvSpPr>
        <p:spPr>
          <a:xfrm>
            <a:off x="-174625" y="1391285"/>
            <a:ext cx="9591675" cy="130810"/>
          </a:xfrm>
          <a:prstGeom prst="rect">
            <a:avLst/>
          </a:prstGeom>
          <a:solidFill>
            <a:srgbClr val="E7A41D"/>
          </a:solidFill>
          <a:ln>
            <a:solidFill>
              <a:srgbClr val="E7A41D"/>
            </a:solid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985B9DE4-0C21-13A1-E33B-C630FAEADDE5}"/>
              </a:ext>
            </a:extLst>
          </p:cNvPr>
          <p:cNvSpPr>
            <a:spLocks noGrp="1"/>
          </p:cNvSpPr>
          <p:nvPr>
            <p:ph type="title"/>
          </p:nvPr>
        </p:nvSpPr>
        <p:spPr>
          <a:xfrm>
            <a:off x="288977" y="249703"/>
            <a:ext cx="8635896" cy="436098"/>
          </a:xfrm>
          <a:prstGeom prst="rect">
            <a:avLst/>
          </a:prstGeom>
        </p:spPr>
        <p:txBody>
          <a:bodyPr/>
          <a:lstStyle/>
          <a:p>
            <a:r>
              <a:rPr lang="vi-VN" sz="4400"/>
              <a:t>Tổng quan</a:t>
            </a:r>
            <a:endParaRPr lang="en-US" sz="4400">
              <a:latin typeface="Aptos" panose="020B0004020202020204" pitchFamily="34" charset="0"/>
            </a:endParaRPr>
          </a:p>
        </p:txBody>
      </p:sp>
      <p:sp>
        <p:nvSpPr>
          <p:cNvPr id="8" name="Text Box 7">
            <a:extLst>
              <a:ext uri="{FF2B5EF4-FFF2-40B4-BE49-F238E27FC236}">
                <a16:creationId xmlns:a16="http://schemas.microsoft.com/office/drawing/2014/main" id="{17414628-BB20-119F-D68C-8363CA928BC6}"/>
              </a:ext>
            </a:extLst>
          </p:cNvPr>
          <p:cNvSpPr txBox="1"/>
          <p:nvPr/>
        </p:nvSpPr>
        <p:spPr>
          <a:xfrm>
            <a:off x="584517" y="1593521"/>
            <a:ext cx="8044815" cy="1200329"/>
          </a:xfrm>
          <a:prstGeom prst="rect">
            <a:avLst/>
          </a:prstGeom>
          <a:noFill/>
        </p:spPr>
        <p:txBody>
          <a:bodyPr wrap="square" rtlCol="0">
            <a:spAutoFit/>
          </a:bodyPr>
          <a:lstStyle/>
          <a:p>
            <a:pPr algn="just"/>
            <a:r>
              <a:rPr lang="vi-VN" sz="2400">
                <a:latin typeface="Aptos" panose="020B0004020202020204" pitchFamily="34" charset="0"/>
              </a:rPr>
              <a:t>Robot UR5: là robot 6 bậc tự do (khi chưa lắp đầu gắp)</a:t>
            </a:r>
          </a:p>
          <a:p>
            <a:pPr algn="just"/>
            <a:r>
              <a:rPr lang="vi-VN" sz="2400">
                <a:latin typeface="Aptos" panose="020B0004020202020204" pitchFamily="34" charset="0"/>
              </a:rPr>
              <a:t>Động học thuận: </a:t>
            </a:r>
          </a:p>
          <a:p>
            <a:pPr algn="just"/>
            <a:r>
              <a:rPr lang="vi-VN" sz="2400">
                <a:latin typeface="Aptos" panose="020B0004020202020204" pitchFamily="34" charset="0"/>
              </a:rPr>
              <a:t>Bảng DH</a:t>
            </a:r>
            <a:endParaRPr lang="en-US" sz="2400">
              <a:latin typeface="Aptos" panose="020B0004020202020204" pitchFamily="34" charset="0"/>
            </a:endParaRPr>
          </a:p>
        </p:txBody>
      </p:sp>
      <p:graphicFrame>
        <p:nvGraphicFramePr>
          <p:cNvPr id="3" name="Table 2">
            <a:extLst>
              <a:ext uri="{FF2B5EF4-FFF2-40B4-BE49-F238E27FC236}">
                <a16:creationId xmlns:a16="http://schemas.microsoft.com/office/drawing/2014/main" id="{71352AC5-1957-E1C3-E6EB-C3142CF09D4C}"/>
              </a:ext>
            </a:extLst>
          </p:cNvPr>
          <p:cNvGraphicFramePr>
            <a:graphicFrameLocks noGrp="1"/>
          </p:cNvGraphicFramePr>
          <p:nvPr>
            <p:extLst>
              <p:ext uri="{D42A27DB-BD31-4B8C-83A1-F6EECF244321}">
                <p14:modId xmlns:p14="http://schemas.microsoft.com/office/powerpoint/2010/main" val="162865225"/>
              </p:ext>
            </p:extLst>
          </p:nvPr>
        </p:nvGraphicFramePr>
        <p:xfrm>
          <a:off x="1049726" y="2725272"/>
          <a:ext cx="7544680" cy="3520440"/>
        </p:xfrm>
        <a:graphic>
          <a:graphicData uri="http://schemas.openxmlformats.org/drawingml/2006/table">
            <a:tbl>
              <a:tblPr>
                <a:tableStyleId>{5940675A-B579-460E-94D1-54222C63F5DA}</a:tableStyleId>
              </a:tblPr>
              <a:tblGrid>
                <a:gridCol w="1508936">
                  <a:extLst>
                    <a:ext uri="{9D8B030D-6E8A-4147-A177-3AD203B41FA5}">
                      <a16:colId xmlns:a16="http://schemas.microsoft.com/office/drawing/2014/main" val="741597431"/>
                    </a:ext>
                  </a:extLst>
                </a:gridCol>
                <a:gridCol w="1508936">
                  <a:extLst>
                    <a:ext uri="{9D8B030D-6E8A-4147-A177-3AD203B41FA5}">
                      <a16:colId xmlns:a16="http://schemas.microsoft.com/office/drawing/2014/main" val="3742502883"/>
                    </a:ext>
                  </a:extLst>
                </a:gridCol>
                <a:gridCol w="1508936">
                  <a:extLst>
                    <a:ext uri="{9D8B030D-6E8A-4147-A177-3AD203B41FA5}">
                      <a16:colId xmlns:a16="http://schemas.microsoft.com/office/drawing/2014/main" val="3856710927"/>
                    </a:ext>
                  </a:extLst>
                </a:gridCol>
                <a:gridCol w="1508936">
                  <a:extLst>
                    <a:ext uri="{9D8B030D-6E8A-4147-A177-3AD203B41FA5}">
                      <a16:colId xmlns:a16="http://schemas.microsoft.com/office/drawing/2014/main" val="2944690467"/>
                    </a:ext>
                  </a:extLst>
                </a:gridCol>
                <a:gridCol w="1508936">
                  <a:extLst>
                    <a:ext uri="{9D8B030D-6E8A-4147-A177-3AD203B41FA5}">
                      <a16:colId xmlns:a16="http://schemas.microsoft.com/office/drawing/2014/main" val="167633391"/>
                    </a:ext>
                  </a:extLst>
                </a:gridCol>
              </a:tblGrid>
              <a:tr h="467061">
                <a:tc>
                  <a:txBody>
                    <a:bodyPr/>
                    <a:lstStyle/>
                    <a:p>
                      <a:pPr algn="ctr" rtl="0">
                        <a:buNone/>
                      </a:pPr>
                      <a:r>
                        <a:rPr lang="en-US" sz="1700" b="1">
                          <a:solidFill>
                            <a:srgbClr val="1F1F1F"/>
                          </a:solidFill>
                          <a:effectLst/>
                        </a:rPr>
                        <a:t>Khớp (i)</a:t>
                      </a:r>
                      <a:endParaRPr lang="en-US" sz="1700" b="1">
                        <a:solidFill>
                          <a:srgbClr val="1F1F1F"/>
                        </a:solidFill>
                        <a:effectLst/>
                        <a:latin typeface="Google Sans Text"/>
                      </a:endParaRPr>
                    </a:p>
                  </a:txBody>
                  <a:tcPr marT="121920" marB="121920" anchor="ctr"/>
                </a:tc>
                <a:tc>
                  <a:txBody>
                    <a:bodyPr/>
                    <a:lstStyle/>
                    <a:p>
                      <a:pPr algn="ctr" rtl="0">
                        <a:buNone/>
                      </a:pPr>
                      <a:r>
                        <a:rPr lang="el-GR" sz="1700" b="1">
                          <a:solidFill>
                            <a:srgbClr val="1F1F1F"/>
                          </a:solidFill>
                          <a:effectLst/>
                        </a:rPr>
                        <a:t>α</a:t>
                      </a:r>
                      <a:r>
                        <a:rPr lang="en-US" sz="1700" b="1">
                          <a:solidFill>
                            <a:srgbClr val="1F1F1F"/>
                          </a:solidFill>
                          <a:effectLst/>
                        </a:rPr>
                        <a:t>i​ (rad)</a:t>
                      </a:r>
                      <a:endParaRPr lang="en-US" sz="1700" b="1">
                        <a:solidFill>
                          <a:srgbClr val="1F1F1F"/>
                        </a:solidFill>
                        <a:effectLst/>
                        <a:latin typeface="Google Sans Text"/>
                      </a:endParaRPr>
                    </a:p>
                  </a:txBody>
                  <a:tcPr marT="121920" marB="121920" anchor="ctr"/>
                </a:tc>
                <a:tc>
                  <a:txBody>
                    <a:bodyPr/>
                    <a:lstStyle/>
                    <a:p>
                      <a:pPr algn="ctr" rtl="0">
                        <a:buNone/>
                      </a:pPr>
                      <a:r>
                        <a:rPr lang="en-US" sz="1700" b="1">
                          <a:solidFill>
                            <a:srgbClr val="1F1F1F"/>
                          </a:solidFill>
                          <a:effectLst/>
                        </a:rPr>
                        <a:t>ai​ (m)</a:t>
                      </a:r>
                      <a:endParaRPr lang="en-US" sz="1700" b="1">
                        <a:solidFill>
                          <a:srgbClr val="1F1F1F"/>
                        </a:solidFill>
                        <a:effectLst/>
                        <a:latin typeface="Google Sans Text"/>
                      </a:endParaRPr>
                    </a:p>
                  </a:txBody>
                  <a:tcPr marT="121920" marB="121920" anchor="ctr"/>
                </a:tc>
                <a:tc>
                  <a:txBody>
                    <a:bodyPr/>
                    <a:lstStyle/>
                    <a:p>
                      <a:pPr algn="ctr" rtl="0">
                        <a:buNone/>
                      </a:pPr>
                      <a:r>
                        <a:rPr lang="en-US" sz="1700" b="1">
                          <a:solidFill>
                            <a:srgbClr val="1F1F1F"/>
                          </a:solidFill>
                          <a:effectLst/>
                        </a:rPr>
                        <a:t>di​ (m)</a:t>
                      </a:r>
                      <a:endParaRPr lang="en-US" sz="1700" b="1">
                        <a:solidFill>
                          <a:srgbClr val="1F1F1F"/>
                        </a:solidFill>
                        <a:effectLst/>
                        <a:latin typeface="Google Sans Text"/>
                      </a:endParaRPr>
                    </a:p>
                  </a:txBody>
                  <a:tcPr marT="121920" marB="121920" anchor="ctr"/>
                </a:tc>
                <a:tc>
                  <a:txBody>
                    <a:bodyPr/>
                    <a:lstStyle/>
                    <a:p>
                      <a:pPr algn="ctr" rtl="0">
                        <a:buNone/>
                      </a:pPr>
                      <a:r>
                        <a:rPr lang="el-GR" sz="1700" b="1">
                          <a:solidFill>
                            <a:srgbClr val="1F1F1F"/>
                          </a:solidFill>
                          <a:effectLst/>
                        </a:rPr>
                        <a:t>θ</a:t>
                      </a:r>
                      <a:r>
                        <a:rPr lang="en-US" sz="1700" b="1">
                          <a:solidFill>
                            <a:srgbClr val="1F1F1F"/>
                          </a:solidFill>
                          <a:effectLst/>
                        </a:rPr>
                        <a:t>i​ (rad)</a:t>
                      </a:r>
                      <a:endParaRPr lang="en-US" sz="1700" b="1">
                        <a:solidFill>
                          <a:srgbClr val="1F1F1F"/>
                        </a:solidFill>
                        <a:effectLst/>
                        <a:latin typeface="Google Sans Text"/>
                      </a:endParaRPr>
                    </a:p>
                  </a:txBody>
                  <a:tcPr marT="121920" marB="121920" anchor="ctr"/>
                </a:tc>
                <a:extLst>
                  <a:ext uri="{0D108BD9-81ED-4DB2-BD59-A6C34878D82A}">
                    <a16:rowId xmlns:a16="http://schemas.microsoft.com/office/drawing/2014/main" val="3854055048"/>
                  </a:ext>
                </a:extLst>
              </a:tr>
              <a:tr h="467061">
                <a:tc>
                  <a:txBody>
                    <a:bodyPr/>
                    <a:lstStyle/>
                    <a:p>
                      <a:pPr algn="ctr" rtl="0">
                        <a:buNone/>
                      </a:pPr>
                      <a:r>
                        <a:rPr lang="en-US" sz="1700" b="0">
                          <a:solidFill>
                            <a:srgbClr val="1F1F1F"/>
                          </a:solidFill>
                          <a:effectLst/>
                        </a:rPr>
                        <a:t>1</a:t>
                      </a:r>
                      <a:endParaRPr lang="en-US" sz="1700" b="0">
                        <a:solidFill>
                          <a:srgbClr val="1F1F1F"/>
                        </a:solidFill>
                        <a:effectLst/>
                        <a:latin typeface="Google Sans Text"/>
                      </a:endParaRPr>
                    </a:p>
                  </a:txBody>
                  <a:tcPr marT="121920" marB="121920" anchor="ctr"/>
                </a:tc>
                <a:tc>
                  <a:txBody>
                    <a:bodyPr/>
                    <a:lstStyle/>
                    <a:p>
                      <a:pPr algn="ctr" rtl="0">
                        <a:buNone/>
                      </a:pPr>
                      <a:r>
                        <a:rPr lang="vi-VN" sz="1700" b="0">
                          <a:solidFill>
                            <a:srgbClr val="1F1F1F"/>
                          </a:solidFill>
                          <a:effectLst/>
                        </a:rPr>
                        <a:t>pi/2</a:t>
                      </a:r>
                      <a:endParaRPr lang="en-US" sz="1700" b="0">
                        <a:solidFill>
                          <a:srgbClr val="1F1F1F"/>
                        </a:solidFill>
                        <a:effectLst/>
                        <a:latin typeface="Google Sans Text"/>
                      </a:endParaRPr>
                    </a:p>
                  </a:txBody>
                  <a:tcPr marT="121920" marB="121920" anchor="ctr"/>
                </a:tc>
                <a:tc>
                  <a:txBody>
                    <a:bodyPr/>
                    <a:lstStyle/>
                    <a:p>
                      <a:pPr algn="ctr" rtl="0">
                        <a:buNone/>
                      </a:pPr>
                      <a:r>
                        <a:rPr lang="en-US" sz="1700" b="0">
                          <a:solidFill>
                            <a:srgbClr val="1F1F1F"/>
                          </a:solidFill>
                          <a:effectLst/>
                        </a:rPr>
                        <a:t>0</a:t>
                      </a:r>
                      <a:endParaRPr lang="en-US" sz="1700" b="0">
                        <a:solidFill>
                          <a:srgbClr val="1F1F1F"/>
                        </a:solidFill>
                        <a:effectLst/>
                        <a:latin typeface="Google Sans Text"/>
                      </a:endParaRPr>
                    </a:p>
                  </a:txBody>
                  <a:tcPr marT="121920" marB="121920" anchor="ctr"/>
                </a:tc>
                <a:tc>
                  <a:txBody>
                    <a:bodyPr/>
                    <a:lstStyle/>
                    <a:p>
                      <a:pPr algn="ctr" rtl="0">
                        <a:buNone/>
                      </a:pPr>
                      <a:r>
                        <a:rPr lang="en-US" sz="1700" b="0">
                          <a:solidFill>
                            <a:srgbClr val="1F1F1F"/>
                          </a:solidFill>
                          <a:effectLst/>
                        </a:rPr>
                        <a:t>0.</a:t>
                      </a:r>
                      <a:r>
                        <a:rPr lang="vi-VN" sz="1700" b="0">
                          <a:solidFill>
                            <a:srgbClr val="1F1F1F"/>
                          </a:solidFill>
                          <a:effectLst/>
                        </a:rPr>
                        <a:t>163</a:t>
                      </a:r>
                      <a:endParaRPr lang="en-US" sz="1700" b="0">
                        <a:solidFill>
                          <a:srgbClr val="1F1F1F"/>
                        </a:solidFill>
                        <a:effectLst/>
                        <a:latin typeface="Google Sans Text"/>
                      </a:endParaRPr>
                    </a:p>
                  </a:txBody>
                  <a:tcPr marT="121920" marB="121920" anchor="ctr"/>
                </a:tc>
                <a:tc>
                  <a:txBody>
                    <a:bodyPr/>
                    <a:lstStyle/>
                    <a:p>
                      <a:pPr algn="ctr" rtl="0">
                        <a:buNone/>
                      </a:pPr>
                      <a:r>
                        <a:rPr lang="el-GR" sz="1700" b="0">
                          <a:solidFill>
                            <a:srgbClr val="1F1F1F"/>
                          </a:solidFill>
                          <a:effectLst/>
                        </a:rPr>
                        <a:t>θ</a:t>
                      </a:r>
                      <a:r>
                        <a:rPr lang="vi-VN" sz="1700" b="0">
                          <a:solidFill>
                            <a:srgbClr val="1F1F1F"/>
                          </a:solidFill>
                          <a:effectLst/>
                        </a:rPr>
                        <a:t>1</a:t>
                      </a:r>
                      <a:endParaRPr lang="en-US" sz="1700" b="0">
                        <a:solidFill>
                          <a:srgbClr val="1F1F1F"/>
                        </a:solidFill>
                        <a:effectLst/>
                        <a:latin typeface="Google Sans Text"/>
                      </a:endParaRPr>
                    </a:p>
                  </a:txBody>
                  <a:tcPr marT="121920" marB="121920" anchor="ctr"/>
                </a:tc>
                <a:extLst>
                  <a:ext uri="{0D108BD9-81ED-4DB2-BD59-A6C34878D82A}">
                    <a16:rowId xmlns:a16="http://schemas.microsoft.com/office/drawing/2014/main" val="533578827"/>
                  </a:ext>
                </a:extLst>
              </a:tr>
              <a:tr h="467061">
                <a:tc>
                  <a:txBody>
                    <a:bodyPr/>
                    <a:lstStyle/>
                    <a:p>
                      <a:pPr algn="ctr" rtl="0">
                        <a:buNone/>
                      </a:pPr>
                      <a:r>
                        <a:rPr lang="en-US" sz="1700" b="0">
                          <a:solidFill>
                            <a:srgbClr val="1F1F1F"/>
                          </a:solidFill>
                          <a:effectLst/>
                        </a:rPr>
                        <a:t>2</a:t>
                      </a:r>
                      <a:endParaRPr lang="en-US" sz="1700" b="0">
                        <a:solidFill>
                          <a:srgbClr val="1F1F1F"/>
                        </a:solidFill>
                        <a:effectLst/>
                        <a:latin typeface="Google Sans Text"/>
                      </a:endParaRPr>
                    </a:p>
                  </a:txBody>
                  <a:tcPr marT="121920" marB="121920" anchor="ctr"/>
                </a:tc>
                <a:tc>
                  <a:txBody>
                    <a:bodyPr/>
                    <a:lstStyle/>
                    <a:p>
                      <a:pPr algn="ctr" rtl="0">
                        <a:buNone/>
                      </a:pPr>
                      <a:r>
                        <a:rPr lang="en-US" sz="1700" b="0">
                          <a:solidFill>
                            <a:srgbClr val="1F1F1F"/>
                          </a:solidFill>
                          <a:effectLst/>
                        </a:rPr>
                        <a:t>0</a:t>
                      </a:r>
                      <a:endParaRPr lang="en-US" sz="1700" b="0">
                        <a:solidFill>
                          <a:srgbClr val="1F1F1F"/>
                        </a:solidFill>
                        <a:effectLst/>
                        <a:latin typeface="Google Sans Text"/>
                      </a:endParaRPr>
                    </a:p>
                  </a:txBody>
                  <a:tcPr marT="121920" marB="121920" anchor="ctr"/>
                </a:tc>
                <a:tc>
                  <a:txBody>
                    <a:bodyPr/>
                    <a:lstStyle/>
                    <a:p>
                      <a:pPr algn="ctr" rtl="0">
                        <a:buNone/>
                      </a:pPr>
                      <a:r>
                        <a:rPr lang="en-US" sz="1700" b="0">
                          <a:solidFill>
                            <a:srgbClr val="1F1F1F"/>
                          </a:solidFill>
                          <a:effectLst/>
                        </a:rPr>
                        <a:t>-0.425</a:t>
                      </a:r>
                      <a:endParaRPr lang="en-US" sz="1700" b="0">
                        <a:solidFill>
                          <a:srgbClr val="1F1F1F"/>
                        </a:solidFill>
                        <a:effectLst/>
                        <a:latin typeface="Google Sans Text"/>
                      </a:endParaRPr>
                    </a:p>
                  </a:txBody>
                  <a:tcPr marT="121920" marB="121920" anchor="ctr"/>
                </a:tc>
                <a:tc>
                  <a:txBody>
                    <a:bodyPr/>
                    <a:lstStyle/>
                    <a:p>
                      <a:pPr algn="ctr" rtl="0">
                        <a:buNone/>
                      </a:pPr>
                      <a:r>
                        <a:rPr lang="en-US" sz="1700" b="0">
                          <a:solidFill>
                            <a:srgbClr val="1F1F1F"/>
                          </a:solidFill>
                          <a:effectLst/>
                        </a:rPr>
                        <a:t>0</a:t>
                      </a:r>
                      <a:endParaRPr lang="en-US" sz="1700" b="0">
                        <a:solidFill>
                          <a:srgbClr val="1F1F1F"/>
                        </a:solidFill>
                        <a:effectLst/>
                        <a:latin typeface="Google Sans Text"/>
                      </a:endParaRPr>
                    </a:p>
                  </a:txBody>
                  <a:tcPr marT="121920" marB="121920" anchor="ctr"/>
                </a:tc>
                <a:tc>
                  <a:txBody>
                    <a:bodyPr/>
                    <a:lstStyle/>
                    <a:p>
                      <a:pPr algn="ctr" rtl="0">
                        <a:buNone/>
                      </a:pPr>
                      <a:r>
                        <a:rPr lang="el-GR" sz="1700" b="0">
                          <a:solidFill>
                            <a:srgbClr val="1F1F1F"/>
                          </a:solidFill>
                          <a:effectLst/>
                        </a:rPr>
                        <a:t>θ</a:t>
                      </a:r>
                      <a:r>
                        <a:rPr lang="vi-VN" sz="1700" b="0">
                          <a:solidFill>
                            <a:srgbClr val="1F1F1F"/>
                          </a:solidFill>
                          <a:effectLst/>
                        </a:rPr>
                        <a:t>2</a:t>
                      </a:r>
                      <a:endParaRPr lang="en-US" sz="1700" b="0">
                        <a:solidFill>
                          <a:srgbClr val="1F1F1F"/>
                        </a:solidFill>
                        <a:effectLst/>
                        <a:latin typeface="Google Sans Text"/>
                      </a:endParaRPr>
                    </a:p>
                  </a:txBody>
                  <a:tcPr marT="121920" marB="121920" anchor="ctr"/>
                </a:tc>
                <a:extLst>
                  <a:ext uri="{0D108BD9-81ED-4DB2-BD59-A6C34878D82A}">
                    <a16:rowId xmlns:a16="http://schemas.microsoft.com/office/drawing/2014/main" val="1958093644"/>
                  </a:ext>
                </a:extLst>
              </a:tr>
              <a:tr h="467061">
                <a:tc>
                  <a:txBody>
                    <a:bodyPr/>
                    <a:lstStyle/>
                    <a:p>
                      <a:pPr algn="ctr" rtl="0">
                        <a:buNone/>
                      </a:pPr>
                      <a:r>
                        <a:rPr lang="en-US" sz="1700" b="0">
                          <a:solidFill>
                            <a:srgbClr val="1F1F1F"/>
                          </a:solidFill>
                          <a:effectLst/>
                        </a:rPr>
                        <a:t>3</a:t>
                      </a:r>
                      <a:endParaRPr lang="en-US" sz="1700" b="0">
                        <a:solidFill>
                          <a:srgbClr val="1F1F1F"/>
                        </a:solidFill>
                        <a:effectLst/>
                        <a:latin typeface="Google Sans Text"/>
                      </a:endParaRPr>
                    </a:p>
                  </a:txBody>
                  <a:tcPr marT="121920" marB="121920" anchor="ctr"/>
                </a:tc>
                <a:tc>
                  <a:txBody>
                    <a:bodyPr/>
                    <a:lstStyle/>
                    <a:p>
                      <a:pPr algn="ctr" rtl="0">
                        <a:buNone/>
                      </a:pPr>
                      <a:r>
                        <a:rPr lang="en-US" sz="1700" b="0">
                          <a:solidFill>
                            <a:srgbClr val="1F1F1F"/>
                          </a:solidFill>
                          <a:effectLst/>
                        </a:rPr>
                        <a:t>0</a:t>
                      </a:r>
                      <a:endParaRPr lang="en-US" sz="1700" b="0">
                        <a:solidFill>
                          <a:srgbClr val="1F1F1F"/>
                        </a:solidFill>
                        <a:effectLst/>
                        <a:latin typeface="Google Sans Text"/>
                      </a:endParaRPr>
                    </a:p>
                  </a:txBody>
                  <a:tcPr marT="121920" marB="121920" anchor="ctr"/>
                </a:tc>
                <a:tc>
                  <a:txBody>
                    <a:bodyPr/>
                    <a:lstStyle/>
                    <a:p>
                      <a:pPr algn="ctr" rtl="0">
                        <a:buNone/>
                      </a:pPr>
                      <a:r>
                        <a:rPr lang="en-US" sz="1700" b="0">
                          <a:solidFill>
                            <a:srgbClr val="1F1F1F"/>
                          </a:solidFill>
                          <a:effectLst/>
                        </a:rPr>
                        <a:t>-0.392</a:t>
                      </a:r>
                      <a:endParaRPr lang="en-US" sz="1700" b="0">
                        <a:solidFill>
                          <a:srgbClr val="1F1F1F"/>
                        </a:solidFill>
                        <a:effectLst/>
                        <a:latin typeface="Google Sans Text"/>
                      </a:endParaRPr>
                    </a:p>
                  </a:txBody>
                  <a:tcPr marT="121920" marB="121920" anchor="ctr"/>
                </a:tc>
                <a:tc>
                  <a:txBody>
                    <a:bodyPr/>
                    <a:lstStyle/>
                    <a:p>
                      <a:pPr algn="ctr" rtl="0">
                        <a:buNone/>
                      </a:pPr>
                      <a:r>
                        <a:rPr lang="en-US" sz="1700" b="0">
                          <a:solidFill>
                            <a:srgbClr val="1F1F1F"/>
                          </a:solidFill>
                          <a:effectLst/>
                        </a:rPr>
                        <a:t>0</a:t>
                      </a:r>
                      <a:endParaRPr lang="en-US" sz="1700" b="0">
                        <a:solidFill>
                          <a:srgbClr val="1F1F1F"/>
                        </a:solidFill>
                        <a:effectLst/>
                        <a:latin typeface="Google Sans Text"/>
                      </a:endParaRPr>
                    </a:p>
                  </a:txBody>
                  <a:tcPr marT="121920" marB="121920" anchor="ctr"/>
                </a:tc>
                <a:tc>
                  <a:txBody>
                    <a:bodyPr/>
                    <a:lstStyle/>
                    <a:p>
                      <a:pPr algn="ctr" rtl="0">
                        <a:buNone/>
                      </a:pPr>
                      <a:r>
                        <a:rPr lang="el-GR" sz="1700" b="0">
                          <a:solidFill>
                            <a:srgbClr val="1F1F1F"/>
                          </a:solidFill>
                          <a:effectLst/>
                        </a:rPr>
                        <a:t>θ</a:t>
                      </a:r>
                      <a:r>
                        <a:rPr lang="vi-VN" sz="1700" b="0">
                          <a:solidFill>
                            <a:srgbClr val="1F1F1F"/>
                          </a:solidFill>
                          <a:effectLst/>
                        </a:rPr>
                        <a:t>3</a:t>
                      </a:r>
                      <a:endParaRPr lang="en-US" sz="1700" b="0">
                        <a:solidFill>
                          <a:srgbClr val="1F1F1F"/>
                        </a:solidFill>
                        <a:effectLst/>
                        <a:latin typeface="Google Sans Text"/>
                      </a:endParaRPr>
                    </a:p>
                  </a:txBody>
                  <a:tcPr marT="121920" marB="121920" anchor="ctr"/>
                </a:tc>
                <a:extLst>
                  <a:ext uri="{0D108BD9-81ED-4DB2-BD59-A6C34878D82A}">
                    <a16:rowId xmlns:a16="http://schemas.microsoft.com/office/drawing/2014/main" val="3891061140"/>
                  </a:ext>
                </a:extLst>
              </a:tr>
              <a:tr h="467061">
                <a:tc>
                  <a:txBody>
                    <a:bodyPr/>
                    <a:lstStyle/>
                    <a:p>
                      <a:pPr algn="ctr" rtl="0">
                        <a:buNone/>
                      </a:pPr>
                      <a:r>
                        <a:rPr lang="en-US" sz="1700" b="0">
                          <a:solidFill>
                            <a:srgbClr val="1F1F1F"/>
                          </a:solidFill>
                          <a:effectLst/>
                        </a:rPr>
                        <a:t>4</a:t>
                      </a:r>
                      <a:endParaRPr lang="en-US" sz="1700" b="0">
                        <a:solidFill>
                          <a:srgbClr val="1F1F1F"/>
                        </a:solidFill>
                        <a:effectLst/>
                        <a:latin typeface="Google Sans Text"/>
                      </a:endParaRPr>
                    </a:p>
                  </a:txBody>
                  <a:tcPr marT="121920" marB="121920" anchor="ctr"/>
                </a:tc>
                <a:tc>
                  <a:txBody>
                    <a:bodyPr/>
                    <a:lstStyle/>
                    <a:p>
                      <a:pPr algn="ctr" rtl="0">
                        <a:buNone/>
                      </a:pPr>
                      <a:r>
                        <a:rPr lang="vi-VN" sz="1700" b="0">
                          <a:solidFill>
                            <a:srgbClr val="1F1F1F"/>
                          </a:solidFill>
                          <a:effectLst/>
                        </a:rPr>
                        <a:t>pi/2</a:t>
                      </a:r>
                      <a:endParaRPr lang="en-US" sz="1700" b="0">
                        <a:solidFill>
                          <a:srgbClr val="1F1F1F"/>
                        </a:solidFill>
                        <a:effectLst/>
                        <a:latin typeface="Google Sans Text"/>
                      </a:endParaRPr>
                    </a:p>
                  </a:txBody>
                  <a:tcPr marT="121920" marB="121920" anchor="ctr"/>
                </a:tc>
                <a:tc>
                  <a:txBody>
                    <a:bodyPr/>
                    <a:lstStyle/>
                    <a:p>
                      <a:pPr algn="ctr" rtl="0">
                        <a:buNone/>
                      </a:pPr>
                      <a:r>
                        <a:rPr lang="en-US" sz="1700" b="0">
                          <a:solidFill>
                            <a:srgbClr val="1F1F1F"/>
                          </a:solidFill>
                          <a:effectLst/>
                        </a:rPr>
                        <a:t>0</a:t>
                      </a:r>
                      <a:endParaRPr lang="en-US" sz="1700" b="0">
                        <a:solidFill>
                          <a:srgbClr val="1F1F1F"/>
                        </a:solidFill>
                        <a:effectLst/>
                        <a:latin typeface="Google Sans Text"/>
                      </a:endParaRPr>
                    </a:p>
                  </a:txBody>
                  <a:tcPr marT="121920" marB="121920" anchor="ctr"/>
                </a:tc>
                <a:tc>
                  <a:txBody>
                    <a:bodyPr/>
                    <a:lstStyle/>
                    <a:p>
                      <a:pPr algn="ctr" rtl="0">
                        <a:buNone/>
                      </a:pPr>
                      <a:r>
                        <a:rPr lang="en-US" sz="1700" b="0">
                          <a:solidFill>
                            <a:srgbClr val="1F1F1F"/>
                          </a:solidFill>
                          <a:effectLst/>
                        </a:rPr>
                        <a:t>0.</a:t>
                      </a:r>
                      <a:r>
                        <a:rPr lang="vi-VN" sz="1700" b="0">
                          <a:solidFill>
                            <a:srgbClr val="1F1F1F"/>
                          </a:solidFill>
                          <a:effectLst/>
                        </a:rPr>
                        <a:t>134</a:t>
                      </a:r>
                      <a:endParaRPr lang="en-US" sz="1700" b="0">
                        <a:solidFill>
                          <a:srgbClr val="1F1F1F"/>
                        </a:solidFill>
                        <a:effectLst/>
                        <a:latin typeface="Google Sans Text"/>
                      </a:endParaRPr>
                    </a:p>
                  </a:txBody>
                  <a:tcPr marT="121920" marB="121920" anchor="ctr"/>
                </a:tc>
                <a:tc>
                  <a:txBody>
                    <a:bodyPr/>
                    <a:lstStyle/>
                    <a:p>
                      <a:pPr algn="ctr" rtl="0">
                        <a:buNone/>
                      </a:pPr>
                      <a:r>
                        <a:rPr lang="el-GR" sz="1700" b="0">
                          <a:solidFill>
                            <a:srgbClr val="1F1F1F"/>
                          </a:solidFill>
                          <a:effectLst/>
                        </a:rPr>
                        <a:t>θ</a:t>
                      </a:r>
                      <a:r>
                        <a:rPr lang="vi-VN" sz="1700" b="0">
                          <a:solidFill>
                            <a:srgbClr val="1F1F1F"/>
                          </a:solidFill>
                          <a:effectLst/>
                        </a:rPr>
                        <a:t>4</a:t>
                      </a:r>
                      <a:endParaRPr lang="en-US" sz="1700" b="0">
                        <a:solidFill>
                          <a:srgbClr val="1F1F1F"/>
                        </a:solidFill>
                        <a:effectLst/>
                        <a:latin typeface="Google Sans Text"/>
                      </a:endParaRPr>
                    </a:p>
                  </a:txBody>
                  <a:tcPr marT="121920" marB="121920" anchor="ctr"/>
                </a:tc>
                <a:extLst>
                  <a:ext uri="{0D108BD9-81ED-4DB2-BD59-A6C34878D82A}">
                    <a16:rowId xmlns:a16="http://schemas.microsoft.com/office/drawing/2014/main" val="624991491"/>
                  </a:ext>
                </a:extLst>
              </a:tr>
              <a:tr h="467061">
                <a:tc>
                  <a:txBody>
                    <a:bodyPr/>
                    <a:lstStyle/>
                    <a:p>
                      <a:pPr algn="ctr" rtl="0">
                        <a:buNone/>
                      </a:pPr>
                      <a:r>
                        <a:rPr lang="en-US" sz="1700" b="0">
                          <a:solidFill>
                            <a:srgbClr val="1F1F1F"/>
                          </a:solidFill>
                          <a:effectLst/>
                        </a:rPr>
                        <a:t>5</a:t>
                      </a:r>
                      <a:endParaRPr lang="en-US" sz="1700" b="0">
                        <a:solidFill>
                          <a:srgbClr val="1F1F1F"/>
                        </a:solidFill>
                        <a:effectLst/>
                        <a:latin typeface="Google Sans Text"/>
                      </a:endParaRPr>
                    </a:p>
                  </a:txBody>
                  <a:tcPr marT="121920" marB="121920" anchor="ctr"/>
                </a:tc>
                <a:tc>
                  <a:txBody>
                    <a:bodyPr/>
                    <a:lstStyle/>
                    <a:p>
                      <a:pPr algn="ctr" rtl="0">
                        <a:buNone/>
                      </a:pPr>
                      <a:r>
                        <a:rPr lang="vi-VN" sz="1700" b="0">
                          <a:solidFill>
                            <a:srgbClr val="1F1F1F"/>
                          </a:solidFill>
                          <a:effectLst/>
                        </a:rPr>
                        <a:t>pi/2</a:t>
                      </a:r>
                      <a:endParaRPr lang="en-US" sz="1700" b="0">
                        <a:solidFill>
                          <a:srgbClr val="1F1F1F"/>
                        </a:solidFill>
                        <a:effectLst/>
                        <a:latin typeface="Google Sans Text"/>
                      </a:endParaRPr>
                    </a:p>
                  </a:txBody>
                  <a:tcPr marT="121920" marB="121920" anchor="ctr"/>
                </a:tc>
                <a:tc>
                  <a:txBody>
                    <a:bodyPr/>
                    <a:lstStyle/>
                    <a:p>
                      <a:pPr algn="ctr" rtl="0">
                        <a:buNone/>
                      </a:pPr>
                      <a:r>
                        <a:rPr lang="en-US" sz="1700" b="0">
                          <a:solidFill>
                            <a:srgbClr val="1F1F1F"/>
                          </a:solidFill>
                          <a:effectLst/>
                        </a:rPr>
                        <a:t>0</a:t>
                      </a:r>
                      <a:endParaRPr lang="en-US" sz="1700" b="0">
                        <a:solidFill>
                          <a:srgbClr val="1F1F1F"/>
                        </a:solidFill>
                        <a:effectLst/>
                        <a:latin typeface="Google Sans Text"/>
                      </a:endParaRPr>
                    </a:p>
                  </a:txBody>
                  <a:tcPr marT="121920" marB="121920" anchor="ctr"/>
                </a:tc>
                <a:tc>
                  <a:txBody>
                    <a:bodyPr/>
                    <a:lstStyle/>
                    <a:p>
                      <a:pPr algn="ctr" rtl="0">
                        <a:buNone/>
                      </a:pPr>
                      <a:r>
                        <a:rPr lang="vi-VN" sz="1700" b="0">
                          <a:solidFill>
                            <a:srgbClr val="1F1F1F"/>
                          </a:solidFill>
                          <a:effectLst/>
                        </a:rPr>
                        <a:t>0.1</a:t>
                      </a:r>
                      <a:endParaRPr lang="en-US" sz="1700" b="0">
                        <a:solidFill>
                          <a:srgbClr val="1F1F1F"/>
                        </a:solidFill>
                        <a:effectLst/>
                        <a:latin typeface="Google Sans Text"/>
                      </a:endParaRPr>
                    </a:p>
                  </a:txBody>
                  <a:tcPr marT="121920" marB="121920" anchor="ctr"/>
                </a:tc>
                <a:tc>
                  <a:txBody>
                    <a:bodyPr/>
                    <a:lstStyle/>
                    <a:p>
                      <a:pPr algn="ctr" rtl="0">
                        <a:buNone/>
                      </a:pPr>
                      <a:r>
                        <a:rPr lang="el-GR" sz="1700" b="0">
                          <a:solidFill>
                            <a:srgbClr val="1F1F1F"/>
                          </a:solidFill>
                          <a:effectLst/>
                        </a:rPr>
                        <a:t>θ</a:t>
                      </a:r>
                      <a:r>
                        <a:rPr lang="vi-VN" sz="1700" b="0">
                          <a:solidFill>
                            <a:srgbClr val="1F1F1F"/>
                          </a:solidFill>
                          <a:effectLst/>
                        </a:rPr>
                        <a:t>5</a:t>
                      </a:r>
                      <a:endParaRPr lang="en-US" sz="1700" b="0">
                        <a:solidFill>
                          <a:srgbClr val="1F1F1F"/>
                        </a:solidFill>
                        <a:effectLst/>
                        <a:latin typeface="Google Sans Text"/>
                      </a:endParaRPr>
                    </a:p>
                  </a:txBody>
                  <a:tcPr marT="121920" marB="121920" anchor="ctr"/>
                </a:tc>
                <a:extLst>
                  <a:ext uri="{0D108BD9-81ED-4DB2-BD59-A6C34878D82A}">
                    <a16:rowId xmlns:a16="http://schemas.microsoft.com/office/drawing/2014/main" val="3297162368"/>
                  </a:ext>
                </a:extLst>
              </a:tr>
              <a:tr h="467061">
                <a:tc>
                  <a:txBody>
                    <a:bodyPr/>
                    <a:lstStyle/>
                    <a:p>
                      <a:pPr algn="ctr" rtl="0">
                        <a:buNone/>
                      </a:pPr>
                      <a:r>
                        <a:rPr lang="en-US" sz="1700" b="0">
                          <a:solidFill>
                            <a:srgbClr val="1F1F1F"/>
                          </a:solidFill>
                          <a:effectLst/>
                        </a:rPr>
                        <a:t>6</a:t>
                      </a:r>
                      <a:endParaRPr lang="en-US" sz="1700" b="0">
                        <a:solidFill>
                          <a:srgbClr val="1F1F1F"/>
                        </a:solidFill>
                        <a:effectLst/>
                        <a:latin typeface="Google Sans Text"/>
                      </a:endParaRPr>
                    </a:p>
                  </a:txBody>
                  <a:tcPr marT="121920" marB="121920" anchor="ctr"/>
                </a:tc>
                <a:tc>
                  <a:txBody>
                    <a:bodyPr/>
                    <a:lstStyle/>
                    <a:p>
                      <a:pPr algn="ctr" rtl="0">
                        <a:buNone/>
                      </a:pPr>
                      <a:r>
                        <a:rPr lang="en-US" sz="1700" b="0">
                          <a:solidFill>
                            <a:srgbClr val="1F1F1F"/>
                          </a:solidFill>
                          <a:effectLst/>
                        </a:rPr>
                        <a:t>0</a:t>
                      </a:r>
                      <a:endParaRPr lang="en-US" sz="1700" b="0">
                        <a:solidFill>
                          <a:srgbClr val="1F1F1F"/>
                        </a:solidFill>
                        <a:effectLst/>
                        <a:latin typeface="Google Sans Text"/>
                      </a:endParaRPr>
                    </a:p>
                  </a:txBody>
                  <a:tcPr marT="121920" marB="121920" anchor="ctr"/>
                </a:tc>
                <a:tc>
                  <a:txBody>
                    <a:bodyPr/>
                    <a:lstStyle/>
                    <a:p>
                      <a:pPr algn="ctr" rtl="0">
                        <a:buNone/>
                      </a:pPr>
                      <a:r>
                        <a:rPr lang="en-US" sz="1700" b="0">
                          <a:solidFill>
                            <a:srgbClr val="1F1F1F"/>
                          </a:solidFill>
                          <a:effectLst/>
                        </a:rPr>
                        <a:t>0</a:t>
                      </a:r>
                      <a:endParaRPr lang="en-US" sz="1700" b="0">
                        <a:solidFill>
                          <a:srgbClr val="1F1F1F"/>
                        </a:solidFill>
                        <a:effectLst/>
                        <a:latin typeface="Google Sans Text"/>
                      </a:endParaRPr>
                    </a:p>
                  </a:txBody>
                  <a:tcPr marT="121920" marB="121920" anchor="ctr"/>
                </a:tc>
                <a:tc>
                  <a:txBody>
                    <a:bodyPr/>
                    <a:lstStyle/>
                    <a:p>
                      <a:pPr algn="ctr" rtl="0">
                        <a:buNone/>
                      </a:pPr>
                      <a:r>
                        <a:rPr lang="vi-VN" sz="1700" b="0">
                          <a:solidFill>
                            <a:srgbClr val="1F1F1F"/>
                          </a:solidFill>
                          <a:effectLst/>
                          <a:latin typeface="Google Sans Text"/>
                        </a:rPr>
                        <a:t>0.1</a:t>
                      </a:r>
                      <a:endParaRPr lang="en-US" sz="1700" b="0">
                        <a:solidFill>
                          <a:srgbClr val="1F1F1F"/>
                        </a:solidFill>
                        <a:effectLst/>
                        <a:latin typeface="Google Sans Text"/>
                      </a:endParaRPr>
                    </a:p>
                  </a:txBody>
                  <a:tcPr marT="121920" marB="121920" anchor="ctr"/>
                </a:tc>
                <a:tc>
                  <a:txBody>
                    <a:bodyPr/>
                    <a:lstStyle/>
                    <a:p>
                      <a:pPr algn="ctr" rtl="0">
                        <a:buNone/>
                      </a:pPr>
                      <a:r>
                        <a:rPr lang="el-GR" sz="1700" b="0">
                          <a:solidFill>
                            <a:srgbClr val="1F1F1F"/>
                          </a:solidFill>
                          <a:effectLst/>
                        </a:rPr>
                        <a:t>θ</a:t>
                      </a:r>
                      <a:r>
                        <a:rPr lang="vi-VN" sz="1700" b="0">
                          <a:solidFill>
                            <a:srgbClr val="1F1F1F"/>
                          </a:solidFill>
                          <a:effectLst/>
                        </a:rPr>
                        <a:t>6</a:t>
                      </a:r>
                      <a:endParaRPr lang="en-US" sz="1700" b="0">
                        <a:solidFill>
                          <a:srgbClr val="1F1F1F"/>
                        </a:solidFill>
                        <a:effectLst/>
                        <a:latin typeface="Google Sans Text"/>
                      </a:endParaRPr>
                    </a:p>
                  </a:txBody>
                  <a:tcPr marT="121920" marB="121920" anchor="ctr"/>
                </a:tc>
                <a:extLst>
                  <a:ext uri="{0D108BD9-81ED-4DB2-BD59-A6C34878D82A}">
                    <a16:rowId xmlns:a16="http://schemas.microsoft.com/office/drawing/2014/main" val="3620760179"/>
                  </a:ext>
                </a:extLst>
              </a:tr>
            </a:tbl>
          </a:graphicData>
        </a:graphic>
      </p:graphicFrame>
    </p:spTree>
    <p:extLst>
      <p:ext uri="{BB962C8B-B14F-4D97-AF65-F5344CB8AC3E}">
        <p14:creationId xmlns:p14="http://schemas.microsoft.com/office/powerpoint/2010/main" val="4008354776"/>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fade">
                                      <p:cBhvr>
                                        <p:cTn id="7"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58261C1-C84B-FC57-5CB9-E5600ED71360}"/>
            </a:ext>
          </a:extLst>
        </p:cNvPr>
        <p:cNvGrpSpPr/>
        <p:nvPr/>
      </p:nvGrpSpPr>
      <p:grpSpPr>
        <a:xfrm>
          <a:off x="0" y="0"/>
          <a:ext cx="0" cy="0"/>
          <a:chOff x="0" y="0"/>
          <a:chExt cx="0" cy="0"/>
        </a:xfrm>
      </p:grpSpPr>
      <p:sp>
        <p:nvSpPr>
          <p:cNvPr id="5" name="Slide Number Placeholder 4">
            <a:extLst>
              <a:ext uri="{FF2B5EF4-FFF2-40B4-BE49-F238E27FC236}">
                <a16:creationId xmlns:a16="http://schemas.microsoft.com/office/drawing/2014/main" id="{06438FF3-7A6C-90BB-8A00-1EA956EAA5F0}"/>
              </a:ext>
            </a:extLst>
          </p:cNvPr>
          <p:cNvSpPr>
            <a:spLocks noGrp="1"/>
          </p:cNvSpPr>
          <p:nvPr>
            <p:ph type="sldNum" sz="quarter" idx="12"/>
          </p:nvPr>
        </p:nvSpPr>
        <p:spPr>
          <a:xfrm>
            <a:off x="6867383" y="6492878"/>
            <a:ext cx="2057400" cy="365125"/>
          </a:xfrm>
          <a:prstGeom prst="rect">
            <a:avLst/>
          </a:prstGeom>
        </p:spPr>
        <p:txBody>
          <a:bodyPr/>
          <a:lstStyle/>
          <a:p>
            <a:fld id="{9EA0BE3B-158A-4EDF-80DC-E394A0D1600F}" type="slidenum">
              <a:rPr lang="en-US" smtClean="0"/>
              <a:t>5</a:t>
            </a:fld>
            <a:endParaRPr lang="en-US"/>
          </a:p>
        </p:txBody>
      </p:sp>
      <p:sp>
        <p:nvSpPr>
          <p:cNvPr id="6" name="Rectangles 5">
            <a:extLst>
              <a:ext uri="{FF2B5EF4-FFF2-40B4-BE49-F238E27FC236}">
                <a16:creationId xmlns:a16="http://schemas.microsoft.com/office/drawing/2014/main" id="{79F85B56-B530-9894-4F3F-B6E3AE049FAA}"/>
              </a:ext>
            </a:extLst>
          </p:cNvPr>
          <p:cNvSpPr/>
          <p:nvPr/>
        </p:nvSpPr>
        <p:spPr>
          <a:xfrm>
            <a:off x="-229870" y="-76835"/>
            <a:ext cx="9717405" cy="1260475"/>
          </a:xfrm>
          <a:prstGeom prst="rect">
            <a:avLst/>
          </a:prstGeom>
          <a:solidFill>
            <a:srgbClr val="C02034"/>
          </a:solidFill>
          <a:ln>
            <a:solidFill>
              <a:srgbClr val="C52135"/>
            </a:solid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en-US"/>
          </a:p>
        </p:txBody>
      </p:sp>
      <p:sp>
        <p:nvSpPr>
          <p:cNvPr id="7" name="Rectangles 6">
            <a:extLst>
              <a:ext uri="{FF2B5EF4-FFF2-40B4-BE49-F238E27FC236}">
                <a16:creationId xmlns:a16="http://schemas.microsoft.com/office/drawing/2014/main" id="{26A7A7D8-5EC7-8251-050F-55A5B69374E7}"/>
              </a:ext>
            </a:extLst>
          </p:cNvPr>
          <p:cNvSpPr/>
          <p:nvPr/>
        </p:nvSpPr>
        <p:spPr>
          <a:xfrm>
            <a:off x="-174625" y="1391285"/>
            <a:ext cx="9591675" cy="130810"/>
          </a:xfrm>
          <a:prstGeom prst="rect">
            <a:avLst/>
          </a:prstGeom>
          <a:solidFill>
            <a:srgbClr val="E7A41D"/>
          </a:solidFill>
          <a:ln>
            <a:solidFill>
              <a:srgbClr val="E7A41D"/>
            </a:solid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A099ABCF-A52C-D215-C2FB-0C294834CBE3}"/>
              </a:ext>
            </a:extLst>
          </p:cNvPr>
          <p:cNvSpPr>
            <a:spLocks noGrp="1"/>
          </p:cNvSpPr>
          <p:nvPr>
            <p:ph type="title"/>
          </p:nvPr>
        </p:nvSpPr>
        <p:spPr>
          <a:xfrm>
            <a:off x="288977" y="249703"/>
            <a:ext cx="8635896" cy="436098"/>
          </a:xfrm>
          <a:prstGeom prst="rect">
            <a:avLst/>
          </a:prstGeom>
        </p:spPr>
        <p:txBody>
          <a:bodyPr/>
          <a:lstStyle/>
          <a:p>
            <a:r>
              <a:rPr lang="vi-VN" sz="4400"/>
              <a:t>Tổng quan</a:t>
            </a:r>
            <a:endParaRPr lang="en-US" sz="4400">
              <a:latin typeface="Aptos" panose="020B0004020202020204" pitchFamily="34" charset="0"/>
            </a:endParaRPr>
          </a:p>
        </p:txBody>
      </p:sp>
      <p:sp>
        <p:nvSpPr>
          <p:cNvPr id="8" name="Text Box 7">
            <a:extLst>
              <a:ext uri="{FF2B5EF4-FFF2-40B4-BE49-F238E27FC236}">
                <a16:creationId xmlns:a16="http://schemas.microsoft.com/office/drawing/2014/main" id="{12B5CD9C-784C-CD81-1564-903FD48EF609}"/>
              </a:ext>
            </a:extLst>
          </p:cNvPr>
          <p:cNvSpPr txBox="1"/>
          <p:nvPr/>
        </p:nvSpPr>
        <p:spPr>
          <a:xfrm>
            <a:off x="549592" y="1742619"/>
            <a:ext cx="8044815" cy="461665"/>
          </a:xfrm>
          <a:prstGeom prst="rect">
            <a:avLst/>
          </a:prstGeom>
          <a:noFill/>
        </p:spPr>
        <p:txBody>
          <a:bodyPr wrap="square" rtlCol="0">
            <a:spAutoFit/>
          </a:bodyPr>
          <a:lstStyle/>
          <a:p>
            <a:pPr algn="just"/>
            <a:r>
              <a:rPr lang="vi-VN" sz="2400">
                <a:latin typeface="Aptos" panose="020B0004020202020204" pitchFamily="34" charset="0"/>
              </a:rPr>
              <a:t>Ma trận chuyển đổi từ hệ tọa độ i-1 sang i</a:t>
            </a:r>
          </a:p>
        </p:txBody>
      </p:sp>
      <p:pic>
        <p:nvPicPr>
          <p:cNvPr id="14" name="Picture 13">
            <a:extLst>
              <a:ext uri="{FF2B5EF4-FFF2-40B4-BE49-F238E27FC236}">
                <a16:creationId xmlns:a16="http://schemas.microsoft.com/office/drawing/2014/main" id="{25FED803-91CC-BCD7-18AF-A71CEBCCA49C}"/>
              </a:ext>
            </a:extLst>
          </p:cNvPr>
          <p:cNvPicPr>
            <a:picLocks noChangeAspect="1"/>
          </p:cNvPicPr>
          <p:nvPr/>
        </p:nvPicPr>
        <p:blipFill>
          <a:blip r:embed="rId2"/>
          <a:srcRect l="45392" t="51482" r="22255" b="35446"/>
          <a:stretch>
            <a:fillRect/>
          </a:stretch>
        </p:blipFill>
        <p:spPr>
          <a:xfrm>
            <a:off x="1134469" y="2181118"/>
            <a:ext cx="7275598" cy="1653545"/>
          </a:xfrm>
          <a:prstGeom prst="rect">
            <a:avLst/>
          </a:prstGeom>
        </p:spPr>
      </p:pic>
      <p:sp>
        <p:nvSpPr>
          <p:cNvPr id="18" name="Text Box 7">
            <a:extLst>
              <a:ext uri="{FF2B5EF4-FFF2-40B4-BE49-F238E27FC236}">
                <a16:creationId xmlns:a16="http://schemas.microsoft.com/office/drawing/2014/main" id="{4B1B8823-D29E-CBCD-6829-1B747555573C}"/>
              </a:ext>
            </a:extLst>
          </p:cNvPr>
          <p:cNvSpPr txBox="1"/>
          <p:nvPr/>
        </p:nvSpPr>
        <p:spPr>
          <a:xfrm>
            <a:off x="606424" y="3616428"/>
            <a:ext cx="8044815" cy="707886"/>
          </a:xfrm>
          <a:prstGeom prst="rect">
            <a:avLst/>
          </a:prstGeom>
          <a:noFill/>
        </p:spPr>
        <p:txBody>
          <a:bodyPr wrap="square" rtlCol="0">
            <a:spAutoFit/>
          </a:bodyPr>
          <a:lstStyle/>
          <a:p>
            <a:pPr algn="just"/>
            <a:r>
              <a:rPr lang="vi-VN" sz="2400">
                <a:latin typeface="Aptos" panose="020B0004020202020204" pitchFamily="34" charset="0"/>
              </a:rPr>
              <a:t>Xác định khâu cuối so với hệ tọa độ đầu</a:t>
            </a:r>
          </a:p>
          <a:p>
            <a:pPr algn="just"/>
            <a:endParaRPr lang="vi-VN" sz="2400" baseline="-25000">
              <a:latin typeface="Aptos" panose="020B0004020202020204" pitchFamily="34" charset="0"/>
            </a:endParaRPr>
          </a:p>
        </p:txBody>
      </p:sp>
      <p:pic>
        <p:nvPicPr>
          <p:cNvPr id="22" name="Picture 21">
            <a:extLst>
              <a:ext uri="{FF2B5EF4-FFF2-40B4-BE49-F238E27FC236}">
                <a16:creationId xmlns:a16="http://schemas.microsoft.com/office/drawing/2014/main" id="{7AC4BB8D-7075-79A9-83B0-288E8BAC0247}"/>
              </a:ext>
            </a:extLst>
          </p:cNvPr>
          <p:cNvPicPr>
            <a:picLocks noChangeAspect="1"/>
          </p:cNvPicPr>
          <p:nvPr/>
        </p:nvPicPr>
        <p:blipFill>
          <a:blip r:embed="rId3"/>
          <a:srcRect l="45784" t="55261" r="22059" b="39978"/>
          <a:stretch>
            <a:fillRect/>
          </a:stretch>
        </p:blipFill>
        <p:spPr>
          <a:xfrm>
            <a:off x="1735429" y="4005717"/>
            <a:ext cx="6423000" cy="534889"/>
          </a:xfrm>
          <a:prstGeom prst="rect">
            <a:avLst/>
          </a:prstGeom>
        </p:spPr>
      </p:pic>
      <p:sp>
        <p:nvSpPr>
          <p:cNvPr id="24" name="Text Box 7">
            <a:extLst>
              <a:ext uri="{FF2B5EF4-FFF2-40B4-BE49-F238E27FC236}">
                <a16:creationId xmlns:a16="http://schemas.microsoft.com/office/drawing/2014/main" id="{4AE666B4-28C2-9630-1D39-7197B79C0E80}"/>
              </a:ext>
            </a:extLst>
          </p:cNvPr>
          <p:cNvSpPr txBox="1"/>
          <p:nvPr/>
        </p:nvSpPr>
        <p:spPr>
          <a:xfrm>
            <a:off x="549592" y="4556780"/>
            <a:ext cx="8681011" cy="974626"/>
          </a:xfrm>
          <a:prstGeom prst="rect">
            <a:avLst/>
          </a:prstGeom>
          <a:noFill/>
        </p:spPr>
        <p:txBody>
          <a:bodyPr wrap="square" rtlCol="0">
            <a:spAutoFit/>
          </a:bodyPr>
          <a:lstStyle/>
          <a:p>
            <a:pPr algn="just"/>
            <a:r>
              <a:rPr lang="vi-VN" sz="2000">
                <a:latin typeface="Aptos" panose="020B0004020202020204" pitchFamily="34" charset="0"/>
              </a:rPr>
              <a:t>Với quy ước</a:t>
            </a:r>
          </a:p>
          <a:p>
            <a:pPr algn="just"/>
            <a:r>
              <a:rPr lang="vi-VN" sz="2800" baseline="-25000">
                <a:latin typeface="Aptos" panose="020B0004020202020204" pitchFamily="34" charset="0"/>
              </a:rPr>
              <a:t>Trục zi = dọc theo trục quay thứ i+1</a:t>
            </a:r>
          </a:p>
          <a:p>
            <a:pPr algn="just"/>
            <a:r>
              <a:rPr lang="vi-VN" sz="2800" baseline="-25000">
                <a:latin typeface="Aptos" panose="020B0004020202020204" pitchFamily="34" charset="0"/>
              </a:rPr>
              <a:t>Trục xi = vuông góc chung giữ zi và zi-1</a:t>
            </a:r>
          </a:p>
        </p:txBody>
      </p:sp>
      <p:sp>
        <p:nvSpPr>
          <p:cNvPr id="27" name="Text Box 7">
            <a:extLst>
              <a:ext uri="{FF2B5EF4-FFF2-40B4-BE49-F238E27FC236}">
                <a16:creationId xmlns:a16="http://schemas.microsoft.com/office/drawing/2014/main" id="{0E3AF98B-CD1C-D29E-CB73-9C3A555BE684}"/>
              </a:ext>
            </a:extLst>
          </p:cNvPr>
          <p:cNvSpPr txBox="1"/>
          <p:nvPr/>
        </p:nvSpPr>
        <p:spPr>
          <a:xfrm>
            <a:off x="0" y="5662465"/>
            <a:ext cx="9984871" cy="430887"/>
          </a:xfrm>
          <a:prstGeom prst="rect">
            <a:avLst/>
          </a:prstGeom>
          <a:noFill/>
        </p:spPr>
        <p:txBody>
          <a:bodyPr wrap="square" rtlCol="0">
            <a:spAutoFit/>
          </a:bodyPr>
          <a:lstStyle/>
          <a:p>
            <a:pPr marL="342900" indent="-342900">
              <a:buFont typeface="Arial" panose="020B0604020202020204" pitchFamily="34" charset="0"/>
              <a:buChar char="•"/>
            </a:pPr>
            <a:r>
              <a:rPr lang="vi-VN" sz="2000">
                <a:latin typeface="Aptos" panose="020B0004020202020204" pitchFamily="34" charset="0"/>
              </a:rPr>
              <a:t>Python hỗ trợ tính toán động học thuận = hàm </a:t>
            </a:r>
            <a:r>
              <a:rPr lang="en-US" sz="2000">
                <a:latin typeface="Aptos" panose="020B0004020202020204" pitchFamily="34" charset="0"/>
              </a:rPr>
              <a:t>mujoco.mj_forward(model, data</a:t>
            </a:r>
            <a:r>
              <a:rPr lang="en-US" sz="2200">
                <a:latin typeface="Aptos" panose="020B0004020202020204" pitchFamily="34" charset="0"/>
              </a:rPr>
              <a:t>)</a:t>
            </a:r>
            <a:endParaRPr lang="vi-VN" sz="2200">
              <a:latin typeface="Aptos" panose="020B0004020202020204" pitchFamily="34" charset="0"/>
            </a:endParaRPr>
          </a:p>
        </p:txBody>
      </p:sp>
    </p:spTree>
    <p:extLst>
      <p:ext uri="{BB962C8B-B14F-4D97-AF65-F5344CB8AC3E}">
        <p14:creationId xmlns:p14="http://schemas.microsoft.com/office/powerpoint/2010/main" val="1768070388"/>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fade">
                                      <p:cBhvr>
                                        <p:cTn id="7" dur="500"/>
                                        <p:tgtEl>
                                          <p:spTgt spid="8"/>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18"/>
                                        </p:tgtEl>
                                        <p:attrNameLst>
                                          <p:attrName>style.visibility</p:attrName>
                                        </p:attrNameLst>
                                      </p:cBhvr>
                                      <p:to>
                                        <p:strVal val="visible"/>
                                      </p:to>
                                    </p:set>
                                    <p:animEffect transition="in" filter="fade">
                                      <p:cBhvr>
                                        <p:cTn id="12" dur="500"/>
                                        <p:tgtEl>
                                          <p:spTgt spid="18"/>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24"/>
                                        </p:tgtEl>
                                        <p:attrNameLst>
                                          <p:attrName>style.visibility</p:attrName>
                                        </p:attrNameLst>
                                      </p:cBhvr>
                                      <p:to>
                                        <p:strVal val="visible"/>
                                      </p:to>
                                    </p:set>
                                    <p:animEffect transition="in" filter="fade">
                                      <p:cBhvr>
                                        <p:cTn id="17" dur="500"/>
                                        <p:tgtEl>
                                          <p:spTgt spid="24"/>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27"/>
                                        </p:tgtEl>
                                        <p:attrNameLst>
                                          <p:attrName>style.visibility</p:attrName>
                                        </p:attrNameLst>
                                      </p:cBhvr>
                                      <p:to>
                                        <p:strVal val="visible"/>
                                      </p:to>
                                    </p:set>
                                    <p:animEffect transition="in" filter="fade">
                                      <p:cBhvr>
                                        <p:cTn id="22" dur="500"/>
                                        <p:tgtEl>
                                          <p:spTgt spid="2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P spid="18" grpId="0"/>
      <p:bldP spid="24" grpId="0"/>
      <p:bldP spid="27"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D659EFE-0C79-29BF-DD09-B1322A5E60EE}"/>
            </a:ext>
          </a:extLst>
        </p:cNvPr>
        <p:cNvGrpSpPr/>
        <p:nvPr/>
      </p:nvGrpSpPr>
      <p:grpSpPr>
        <a:xfrm>
          <a:off x="0" y="0"/>
          <a:ext cx="0" cy="0"/>
          <a:chOff x="0" y="0"/>
          <a:chExt cx="0" cy="0"/>
        </a:xfrm>
      </p:grpSpPr>
      <p:sp>
        <p:nvSpPr>
          <p:cNvPr id="5" name="Slide Number Placeholder 4">
            <a:extLst>
              <a:ext uri="{FF2B5EF4-FFF2-40B4-BE49-F238E27FC236}">
                <a16:creationId xmlns:a16="http://schemas.microsoft.com/office/drawing/2014/main" id="{39A903D3-57E0-098A-2DEA-09DBD1FB1DA7}"/>
              </a:ext>
            </a:extLst>
          </p:cNvPr>
          <p:cNvSpPr>
            <a:spLocks noGrp="1"/>
          </p:cNvSpPr>
          <p:nvPr>
            <p:ph type="sldNum" sz="quarter" idx="12"/>
          </p:nvPr>
        </p:nvSpPr>
        <p:spPr>
          <a:xfrm>
            <a:off x="6867383" y="6492878"/>
            <a:ext cx="2057400" cy="365125"/>
          </a:xfrm>
          <a:prstGeom prst="rect">
            <a:avLst/>
          </a:prstGeom>
        </p:spPr>
        <p:txBody>
          <a:bodyPr/>
          <a:lstStyle/>
          <a:p>
            <a:fld id="{9EA0BE3B-158A-4EDF-80DC-E394A0D1600F}" type="slidenum">
              <a:rPr lang="en-US" smtClean="0"/>
              <a:t>6</a:t>
            </a:fld>
            <a:endParaRPr lang="en-US"/>
          </a:p>
        </p:txBody>
      </p:sp>
      <p:sp>
        <p:nvSpPr>
          <p:cNvPr id="6" name="Rectangles 5">
            <a:extLst>
              <a:ext uri="{FF2B5EF4-FFF2-40B4-BE49-F238E27FC236}">
                <a16:creationId xmlns:a16="http://schemas.microsoft.com/office/drawing/2014/main" id="{8A742305-916B-AE38-3FAC-865FD2F2A913}"/>
              </a:ext>
            </a:extLst>
          </p:cNvPr>
          <p:cNvSpPr/>
          <p:nvPr/>
        </p:nvSpPr>
        <p:spPr>
          <a:xfrm>
            <a:off x="-229870" y="-76835"/>
            <a:ext cx="9717405" cy="1260475"/>
          </a:xfrm>
          <a:prstGeom prst="rect">
            <a:avLst/>
          </a:prstGeom>
          <a:solidFill>
            <a:srgbClr val="C02034"/>
          </a:solidFill>
          <a:ln>
            <a:solidFill>
              <a:srgbClr val="C52135"/>
            </a:solid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en-US"/>
          </a:p>
        </p:txBody>
      </p:sp>
      <p:sp>
        <p:nvSpPr>
          <p:cNvPr id="7" name="Rectangles 6">
            <a:extLst>
              <a:ext uri="{FF2B5EF4-FFF2-40B4-BE49-F238E27FC236}">
                <a16:creationId xmlns:a16="http://schemas.microsoft.com/office/drawing/2014/main" id="{3882FB84-7C95-2602-1DBF-438062B8DFBD}"/>
              </a:ext>
            </a:extLst>
          </p:cNvPr>
          <p:cNvSpPr/>
          <p:nvPr/>
        </p:nvSpPr>
        <p:spPr>
          <a:xfrm>
            <a:off x="-174625" y="1391285"/>
            <a:ext cx="9591675" cy="130810"/>
          </a:xfrm>
          <a:prstGeom prst="rect">
            <a:avLst/>
          </a:prstGeom>
          <a:solidFill>
            <a:srgbClr val="E7A41D"/>
          </a:solidFill>
          <a:ln>
            <a:solidFill>
              <a:srgbClr val="E7A41D"/>
            </a:solid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D72C5477-2DAA-5D31-5EF8-D68B8CAE0087}"/>
              </a:ext>
            </a:extLst>
          </p:cNvPr>
          <p:cNvSpPr>
            <a:spLocks noGrp="1"/>
          </p:cNvSpPr>
          <p:nvPr>
            <p:ph type="title"/>
          </p:nvPr>
        </p:nvSpPr>
        <p:spPr>
          <a:xfrm>
            <a:off x="288977" y="249703"/>
            <a:ext cx="8635896" cy="436098"/>
          </a:xfrm>
          <a:prstGeom prst="rect">
            <a:avLst/>
          </a:prstGeom>
        </p:spPr>
        <p:txBody>
          <a:bodyPr/>
          <a:lstStyle/>
          <a:p>
            <a:pPr algn="just"/>
            <a:r>
              <a:rPr lang="vi-VN" sz="4400"/>
              <a:t>Tổng quan</a:t>
            </a:r>
            <a:endParaRPr lang="vi-VN" sz="4400">
              <a:latin typeface="Aptos" panose="020B0004020202020204" pitchFamily="34" charset="0"/>
            </a:endParaRPr>
          </a:p>
        </p:txBody>
      </p:sp>
      <mc:AlternateContent xmlns:mc="http://schemas.openxmlformats.org/markup-compatibility/2006" xmlns:a14="http://schemas.microsoft.com/office/drawing/2010/main">
        <mc:Choice Requires="a14">
          <p:sp>
            <p:nvSpPr>
              <p:cNvPr id="10" name="Text Box 7">
                <a:extLst>
                  <a:ext uri="{FF2B5EF4-FFF2-40B4-BE49-F238E27FC236}">
                    <a16:creationId xmlns:a16="http://schemas.microsoft.com/office/drawing/2014/main" id="{7B6ED0DC-EF74-ED0A-E789-A01E1DA3E5C5}"/>
                  </a:ext>
                </a:extLst>
              </p:cNvPr>
              <p:cNvSpPr txBox="1"/>
              <p:nvPr/>
            </p:nvSpPr>
            <p:spPr>
              <a:xfrm>
                <a:off x="288977" y="1613199"/>
                <a:ext cx="8044815" cy="5723490"/>
              </a:xfrm>
              <a:prstGeom prst="rect">
                <a:avLst/>
              </a:prstGeom>
              <a:noFill/>
            </p:spPr>
            <p:txBody>
              <a:bodyPr wrap="square" rtlCol="0">
                <a:spAutoFit/>
              </a:bodyPr>
              <a:lstStyle/>
              <a:p>
                <a:pPr algn="just"/>
                <a:r>
                  <a:rPr lang="vi-VN">
                    <a:latin typeface="Aptos" panose="020B0004020202020204" pitchFamily="34" charset="0"/>
                  </a:rPr>
                  <a:t>2. Động học nghịch:</a:t>
                </a:r>
              </a:p>
              <a:p>
                <a:pPr algn="just"/>
                <a:r>
                  <a:rPr lang="vi-VN">
                    <a:latin typeface="Aptos" panose="020B0004020202020204" pitchFamily="34" charset="0"/>
                  </a:rPr>
                  <a:t>Tính Jacobi:</a:t>
                </a:r>
                <a:r>
                  <a:rPr lang="en-US"/>
                  <a:t>mối quan hệ giữa vận tốc khớp và vận tốc điểm </a:t>
                </a:r>
                <a:r>
                  <a:rPr lang="vi-VN"/>
                  <a:t>cuối</a:t>
                </a:r>
                <a14:m>
                  <m:oMath xmlns:m="http://schemas.openxmlformats.org/officeDocument/2006/math">
                    <m:r>
                      <a:rPr lang="vi-VN" b="0" i="0" smtClean="0">
                        <a:latin typeface="Cambria Math" panose="02040503050406030204" pitchFamily="18" charset="0"/>
                      </a:rPr>
                      <m:t> </m:t>
                    </m:r>
                    <m:acc>
                      <m:accPr>
                        <m:chr m:val="̇"/>
                        <m:ctrlPr>
                          <a:rPr lang="en-US" i="1">
                            <a:latin typeface="Cambria Math" panose="02040503050406030204" pitchFamily="18" charset="0"/>
                          </a:rPr>
                        </m:ctrlPr>
                      </m:accPr>
                      <m:e>
                        <m:r>
                          <a:rPr lang="en-US" i="1">
                            <a:latin typeface="Cambria Math" panose="02040503050406030204" pitchFamily="18" charset="0"/>
                          </a:rPr>
                          <m:t>𝑥</m:t>
                        </m:r>
                      </m:e>
                    </m:acc>
                    <m:r>
                      <a:rPr lang="en-US" i="1">
                        <a:latin typeface="Cambria Math" panose="02040503050406030204" pitchFamily="18" charset="0"/>
                      </a:rPr>
                      <m:t>=</m:t>
                    </m:r>
                    <m:r>
                      <a:rPr lang="en-US" i="1">
                        <a:latin typeface="Cambria Math" panose="02040503050406030204" pitchFamily="18" charset="0"/>
                      </a:rPr>
                      <m:t>𝐽</m:t>
                    </m:r>
                    <m:d>
                      <m:dPr>
                        <m:ctrlPr>
                          <a:rPr lang="en-US" i="1">
                            <a:latin typeface="Cambria Math" panose="02040503050406030204" pitchFamily="18" charset="0"/>
                          </a:rPr>
                        </m:ctrlPr>
                      </m:dPr>
                      <m:e>
                        <m:r>
                          <a:rPr lang="en-US" i="1">
                            <a:latin typeface="Cambria Math" panose="02040503050406030204" pitchFamily="18" charset="0"/>
                          </a:rPr>
                          <m:t>𝑞</m:t>
                        </m:r>
                      </m:e>
                    </m:d>
                    <m:r>
                      <a:rPr lang="en-US">
                        <a:latin typeface="Cambria Math" panose="02040503050406030204" pitchFamily="18" charset="0"/>
                      </a:rPr>
                      <m:t>⋅</m:t>
                    </m:r>
                    <m:acc>
                      <m:accPr>
                        <m:chr m:val="̇"/>
                        <m:ctrlPr>
                          <a:rPr lang="en-US" i="1">
                            <a:latin typeface="Cambria Math" panose="02040503050406030204" pitchFamily="18" charset="0"/>
                          </a:rPr>
                        </m:ctrlPr>
                      </m:accPr>
                      <m:e>
                        <m:r>
                          <a:rPr lang="en-US" i="1">
                            <a:latin typeface="Cambria Math" panose="02040503050406030204" pitchFamily="18" charset="0"/>
                          </a:rPr>
                          <m:t>𝑞</m:t>
                        </m:r>
                      </m:e>
                    </m:acc>
                  </m:oMath>
                </a14:m>
                <a:endParaRPr lang="vi-VN"/>
              </a:p>
              <a:p>
                <a:pPr marL="285750" indent="-285750">
                  <a:buFont typeface="Symbol" panose="05050102010706020507" pitchFamily="18" charset="2"/>
                  <a:buChar char="Þ"/>
                </a:pPr>
                <a14:m>
                  <m:oMath xmlns:m="http://schemas.openxmlformats.org/officeDocument/2006/math">
                    <m:r>
                      <m:rPr>
                        <m:sty m:val="p"/>
                      </m:rPr>
                      <a:rPr lang="en-US">
                        <a:latin typeface="Cambria Math" panose="02040503050406030204" pitchFamily="18" charset="0"/>
                      </a:rPr>
                      <m:t>Δ</m:t>
                    </m:r>
                    <m:r>
                      <a:rPr lang="en-US" i="1">
                        <a:latin typeface="Cambria Math" panose="02040503050406030204" pitchFamily="18" charset="0"/>
                      </a:rPr>
                      <m:t>𝑞</m:t>
                    </m:r>
                    <m:r>
                      <a:rPr lang="en-US" i="1">
                        <a:latin typeface="Cambria Math" panose="02040503050406030204" pitchFamily="18" charset="0"/>
                      </a:rPr>
                      <m:t>=</m:t>
                    </m:r>
                    <m:sSup>
                      <m:sSupPr>
                        <m:ctrlPr>
                          <a:rPr lang="en-US" i="1">
                            <a:latin typeface="Cambria Math" panose="02040503050406030204" pitchFamily="18" charset="0"/>
                          </a:rPr>
                        </m:ctrlPr>
                      </m:sSupPr>
                      <m:e>
                        <m:r>
                          <a:rPr lang="en-US" i="1">
                            <a:latin typeface="Cambria Math" panose="02040503050406030204" pitchFamily="18" charset="0"/>
                          </a:rPr>
                          <m:t>𝐽</m:t>
                        </m:r>
                      </m:e>
                      <m:sup>
                        <m:r>
                          <m:rPr>
                            <m:lit/>
                          </m:rPr>
                          <a:rPr lang="en-US" i="1">
                            <a:latin typeface="Cambria Math" panose="02040503050406030204" pitchFamily="18" charset="0"/>
                          </a:rPr>
                          <m:t>−</m:t>
                        </m:r>
                      </m:sup>
                    </m:sSup>
                    <m:r>
                      <a:rPr lang="vi-VN" i="1">
                        <a:latin typeface="Cambria Math" panose="02040503050406030204" pitchFamily="18" charset="0"/>
                      </a:rPr>
                      <m:t>1</m:t>
                    </m:r>
                    <m:r>
                      <a:rPr lang="en-US">
                        <a:latin typeface="Cambria Math" panose="02040503050406030204" pitchFamily="18" charset="0"/>
                      </a:rPr>
                      <m:t>⋅</m:t>
                    </m:r>
                    <m:r>
                      <m:rPr>
                        <m:sty m:val="p"/>
                      </m:rPr>
                      <a:rPr lang="en-US">
                        <a:latin typeface="Cambria Math" panose="02040503050406030204" pitchFamily="18" charset="0"/>
                      </a:rPr>
                      <m:t>Δ</m:t>
                    </m:r>
                    <m:r>
                      <a:rPr lang="en-US" i="1">
                        <a:latin typeface="Cambria Math" panose="02040503050406030204" pitchFamily="18" charset="0"/>
                      </a:rPr>
                      <m:t>𝑥</m:t>
                    </m:r>
                    <m:r>
                      <a:rPr lang="vi-VN" b="0" i="1" smtClean="0">
                        <a:latin typeface="Cambria Math" panose="02040503050406030204" pitchFamily="18" charset="0"/>
                      </a:rPr>
                      <m:t> </m:t>
                    </m:r>
                    <m:r>
                      <m:rPr>
                        <m:sty m:val="p"/>
                      </m:rPr>
                      <a:rPr lang="vi-VN" i="1">
                        <a:latin typeface="Cambria Math" panose="02040503050406030204" pitchFamily="18" charset="0"/>
                      </a:rPr>
                      <m:t>v</m:t>
                    </m:r>
                    <m:r>
                      <a:rPr lang="vi-VN" i="1">
                        <a:latin typeface="Cambria Math" panose="02040503050406030204" pitchFamily="18" charset="0"/>
                      </a:rPr>
                      <m:t>à</m:t>
                    </m:r>
                  </m:oMath>
                </a14:m>
                <a:r>
                  <a:rPr lang="vi-VN"/>
                  <a:t> </a:t>
                </a:r>
                <a14:m>
                  <m:oMath xmlns:m="http://schemas.openxmlformats.org/officeDocument/2006/math">
                    <m:sSub>
                      <m:sSubPr>
                        <m:ctrlPr>
                          <a:rPr lang="en-US" i="1">
                            <a:latin typeface="Cambria Math" panose="02040503050406030204" pitchFamily="18" charset="0"/>
                          </a:rPr>
                        </m:ctrlPr>
                      </m:sSubPr>
                      <m:e>
                        <m:r>
                          <a:rPr lang="en-US" i="1">
                            <a:latin typeface="Cambria Math" panose="02040503050406030204" pitchFamily="18" charset="0"/>
                          </a:rPr>
                          <m:t>𝑞</m:t>
                        </m:r>
                      </m:e>
                      <m:sub>
                        <m:r>
                          <a:rPr lang="en-US" i="1">
                            <a:latin typeface="Cambria Math" panose="02040503050406030204" pitchFamily="18" charset="0"/>
                          </a:rPr>
                          <m:t>𝑠𝑎𝑢</m:t>
                        </m:r>
                      </m:sub>
                    </m:sSub>
                    <m:r>
                      <a:rPr lang="en-US" i="1">
                        <a:latin typeface="Cambria Math" panose="02040503050406030204" pitchFamily="18" charset="0"/>
                      </a:rPr>
                      <m:t>=</m:t>
                    </m:r>
                    <m:sSub>
                      <m:sSubPr>
                        <m:ctrlPr>
                          <a:rPr lang="en-US" i="1">
                            <a:latin typeface="Cambria Math" panose="02040503050406030204" pitchFamily="18" charset="0"/>
                          </a:rPr>
                        </m:ctrlPr>
                      </m:sSubPr>
                      <m:e>
                        <m:r>
                          <a:rPr lang="en-US" i="1">
                            <a:latin typeface="Cambria Math" panose="02040503050406030204" pitchFamily="18" charset="0"/>
                          </a:rPr>
                          <m:t>𝑞</m:t>
                        </m:r>
                      </m:e>
                      <m:sub>
                        <m:r>
                          <a:rPr lang="en-US" i="1">
                            <a:latin typeface="Cambria Math" panose="02040503050406030204" pitchFamily="18" charset="0"/>
                          </a:rPr>
                          <m:t>𝑡𝑟𝑐</m:t>
                        </m:r>
                      </m:sub>
                    </m:sSub>
                    <m:r>
                      <a:rPr lang="en-US" i="1">
                        <a:latin typeface="Cambria Math" panose="02040503050406030204" pitchFamily="18" charset="0"/>
                      </a:rPr>
                      <m:t>+</m:t>
                    </m:r>
                    <m:r>
                      <m:rPr>
                        <m:sty m:val="p"/>
                      </m:rPr>
                      <a:rPr lang="en-US">
                        <a:latin typeface="Cambria Math" panose="02040503050406030204" pitchFamily="18" charset="0"/>
                      </a:rPr>
                      <m:t>Δ</m:t>
                    </m:r>
                    <m:r>
                      <a:rPr lang="en-US" i="1">
                        <a:latin typeface="Cambria Math" panose="02040503050406030204" pitchFamily="18" charset="0"/>
                      </a:rPr>
                      <m:t>𝑞</m:t>
                    </m:r>
                  </m:oMath>
                </a14:m>
                <a:endParaRPr lang="vi-VN"/>
              </a:p>
              <a:p>
                <a:pPr marL="285750" indent="-285750">
                  <a:buFont typeface="Symbol" panose="05050102010706020507" pitchFamily="18" charset="2"/>
                  <a:buChar char="Þ"/>
                </a:pPr>
                <a:endParaRPr lang="vi-VN"/>
              </a:p>
              <a:p>
                <a:r>
                  <a:rPr lang="vi-VN">
                    <a:latin typeface="Aptos" panose="020B0004020202020204" pitchFamily="34" charset="0"/>
                  </a:rPr>
                  <a:t>3. Điều khiển</a:t>
                </a:r>
              </a:p>
              <a:p>
                <a:r>
                  <a:rPr lang="vi-VN">
                    <a:latin typeface="Aptos" panose="020B0004020202020204" pitchFamily="34" charset="0"/>
                  </a:rPr>
                  <a:t>Tính toán tọa độ mong muốn và góc quay cần để đạt được = động học nghịch</a:t>
                </a:r>
              </a:p>
              <a:p>
                <a:r>
                  <a:rPr lang="vi-VN">
                    <a:latin typeface="Aptos" panose="020B0004020202020204" pitchFamily="34" charset="0"/>
                  </a:rPr>
                  <a:t>Sử dụng PD để điều khiển</a:t>
                </a:r>
              </a:p>
              <a:p>
                <a:pPr/>
                <a14:m>
                  <m:oMathPara xmlns:m="http://schemas.openxmlformats.org/officeDocument/2006/math">
                    <m:oMathParaPr>
                      <m:jc m:val="centerGroup"/>
                    </m:oMathParaPr>
                    <m:oMath xmlns:m="http://schemas.openxmlformats.org/officeDocument/2006/math">
                      <m:r>
                        <m:rPr>
                          <m:sty m:val="p"/>
                        </m:rPr>
                        <a:rPr lang="en-US">
                          <a:latin typeface="Cambria Math" panose="02040503050406030204" pitchFamily="18" charset="0"/>
                        </a:rPr>
                        <m:t>τ</m:t>
                      </m:r>
                      <m:r>
                        <a:rPr lang="en-US" i="1">
                          <a:latin typeface="Cambria Math" panose="02040503050406030204" pitchFamily="18" charset="0"/>
                        </a:rPr>
                        <m:t>=</m:t>
                      </m:r>
                      <m:sSub>
                        <m:sSubPr>
                          <m:ctrlPr>
                            <a:rPr lang="en-US" i="1">
                              <a:latin typeface="Cambria Math" panose="02040503050406030204" pitchFamily="18" charset="0"/>
                            </a:rPr>
                          </m:ctrlPr>
                        </m:sSubPr>
                        <m:e>
                          <m:r>
                            <a:rPr lang="en-US" i="1">
                              <a:latin typeface="Cambria Math" panose="02040503050406030204" pitchFamily="18" charset="0"/>
                            </a:rPr>
                            <m:t>𝐾</m:t>
                          </m:r>
                        </m:e>
                        <m:sub>
                          <m:r>
                            <a:rPr lang="en-US" i="1">
                              <a:latin typeface="Cambria Math" panose="02040503050406030204" pitchFamily="18" charset="0"/>
                            </a:rPr>
                            <m:t>𝑝</m:t>
                          </m:r>
                        </m:sub>
                      </m:sSub>
                      <m:d>
                        <m:dPr>
                          <m:ctrlPr>
                            <a:rPr lang="en-US" i="1">
                              <a:latin typeface="Cambria Math" panose="02040503050406030204" pitchFamily="18" charset="0"/>
                            </a:rPr>
                          </m:ctrlPr>
                        </m:dPr>
                        <m:e>
                          <m:sSub>
                            <m:sSubPr>
                              <m:ctrlPr>
                                <a:rPr lang="en-US" i="1">
                                  <a:latin typeface="Cambria Math" panose="02040503050406030204" pitchFamily="18" charset="0"/>
                                </a:rPr>
                              </m:ctrlPr>
                            </m:sSubPr>
                            <m:e>
                              <m:r>
                                <a:rPr lang="en-US" i="1">
                                  <a:latin typeface="Cambria Math" panose="02040503050406030204" pitchFamily="18" charset="0"/>
                                </a:rPr>
                                <m:t>𝑞</m:t>
                              </m:r>
                            </m:e>
                            <m:sub>
                              <m:r>
                                <a:rPr lang="en-US" i="1">
                                  <a:latin typeface="Cambria Math" panose="02040503050406030204" pitchFamily="18" charset="0"/>
                                </a:rPr>
                                <m:t>𝑡𝑎𝑟𝑔𝑒𝑡</m:t>
                              </m:r>
                            </m:sub>
                          </m:sSub>
                          <m:r>
                            <a:rPr lang="en-US" i="1">
                              <a:latin typeface="Cambria Math" panose="02040503050406030204" pitchFamily="18" charset="0"/>
                            </a:rPr>
                            <m:t>−</m:t>
                          </m:r>
                          <m:r>
                            <a:rPr lang="en-US" i="1">
                              <a:latin typeface="Cambria Math" panose="02040503050406030204" pitchFamily="18" charset="0"/>
                            </a:rPr>
                            <m:t>𝑞</m:t>
                          </m:r>
                        </m:e>
                      </m:d>
                      <m:r>
                        <a:rPr lang="en-US" i="1">
                          <a:latin typeface="Cambria Math" panose="02040503050406030204" pitchFamily="18" charset="0"/>
                        </a:rPr>
                        <m:t>+</m:t>
                      </m:r>
                      <m:sSub>
                        <m:sSubPr>
                          <m:ctrlPr>
                            <a:rPr lang="en-US" i="1">
                              <a:latin typeface="Cambria Math" panose="02040503050406030204" pitchFamily="18" charset="0"/>
                            </a:rPr>
                          </m:ctrlPr>
                        </m:sSubPr>
                        <m:e>
                          <m:r>
                            <a:rPr lang="en-US" i="1">
                              <a:latin typeface="Cambria Math" panose="02040503050406030204" pitchFamily="18" charset="0"/>
                            </a:rPr>
                            <m:t>𝐾</m:t>
                          </m:r>
                        </m:e>
                        <m:sub>
                          <m:r>
                            <a:rPr lang="en-US" i="1">
                              <a:latin typeface="Cambria Math" panose="02040503050406030204" pitchFamily="18" charset="0"/>
                            </a:rPr>
                            <m:t>𝑑</m:t>
                          </m:r>
                        </m:sub>
                      </m:sSub>
                      <m:d>
                        <m:dPr>
                          <m:ctrlPr>
                            <a:rPr lang="en-US" i="1">
                              <a:latin typeface="Cambria Math" panose="02040503050406030204" pitchFamily="18" charset="0"/>
                            </a:rPr>
                          </m:ctrlPr>
                        </m:dPr>
                        <m:e>
                          <m:r>
                            <a:rPr lang="en-US" i="1">
                              <a:latin typeface="Cambria Math" panose="02040503050406030204" pitchFamily="18" charset="0"/>
                            </a:rPr>
                            <m:t>0−</m:t>
                          </m:r>
                          <m:acc>
                            <m:accPr>
                              <m:chr m:val="̇"/>
                              <m:ctrlPr>
                                <a:rPr lang="en-US" i="1">
                                  <a:latin typeface="Cambria Math" panose="02040503050406030204" pitchFamily="18" charset="0"/>
                                </a:rPr>
                              </m:ctrlPr>
                            </m:accPr>
                            <m:e>
                              <m:r>
                                <a:rPr lang="en-US" i="1">
                                  <a:latin typeface="Cambria Math" panose="02040503050406030204" pitchFamily="18" charset="0"/>
                                </a:rPr>
                                <m:t>𝑞</m:t>
                              </m:r>
                            </m:e>
                          </m:acc>
                        </m:e>
                      </m:d>
                    </m:oMath>
                  </m:oMathPara>
                </a14:m>
                <a:endParaRPr lang="vi-VN"/>
              </a:p>
              <a:p>
                <a:r>
                  <a:rPr lang="vi-VN"/>
                  <a:t>Kp: bù tỷ lệ</a:t>
                </a:r>
              </a:p>
              <a:p>
                <a:r>
                  <a:rPr lang="vi-VN"/>
                  <a:t>Kd: bù tốc độ (vi phân)</a:t>
                </a:r>
                <a:endParaRPr lang="en-US"/>
              </a:p>
              <a:p>
                <a:endParaRPr lang="vi-VN"/>
              </a:p>
              <a:p>
                <a:r>
                  <a:rPr lang="vi-VN"/>
                  <a:t>4. Điều khiển quỹ đạo</a:t>
                </a:r>
              </a:p>
              <a:p>
                <a:r>
                  <a:rPr lang="vi-VN"/>
                  <a:t>Với quỹ đạo cho trước, đạo hàm tính v tức thời</a:t>
                </a:r>
              </a:p>
              <a:p>
                <a:r>
                  <a:rPr lang="vi-VN"/>
                  <a:t>Động học nghịch tính vị trí khâu cuối và điều khiển PD theo vị trí (t) và vận tốc (t) mong muốn</a:t>
                </a:r>
              </a:p>
              <a:p>
                <a:pPr/>
                <a14:m>
                  <m:oMathPara xmlns:m="http://schemas.openxmlformats.org/officeDocument/2006/math">
                    <m:oMathParaPr>
                      <m:jc m:val="centerGroup"/>
                    </m:oMathParaPr>
                    <m:oMath xmlns:m="http://schemas.openxmlformats.org/officeDocument/2006/math">
                      <m:acc>
                        <m:accPr>
                          <m:chr m:val="̇"/>
                          <m:ctrlPr>
                            <a:rPr lang="en-US" i="1">
                              <a:latin typeface="Cambria Math" panose="02040503050406030204" pitchFamily="18" charset="0"/>
                            </a:rPr>
                          </m:ctrlPr>
                        </m:accPr>
                        <m:e>
                          <m:sSub>
                            <m:sSubPr>
                              <m:ctrlPr>
                                <a:rPr lang="en-US" i="1">
                                  <a:latin typeface="Cambria Math" panose="02040503050406030204" pitchFamily="18" charset="0"/>
                                </a:rPr>
                              </m:ctrlPr>
                            </m:sSubPr>
                            <m:e>
                              <m:r>
                                <a:rPr lang="en-US" i="1">
                                  <a:latin typeface="Cambria Math" panose="02040503050406030204" pitchFamily="18" charset="0"/>
                                </a:rPr>
                                <m:t>𝑞</m:t>
                              </m:r>
                            </m:e>
                            <m:sub>
                              <m:r>
                                <a:rPr lang="en-US" i="1">
                                  <a:latin typeface="Cambria Math" panose="02040503050406030204" pitchFamily="18" charset="0"/>
                                </a:rPr>
                                <m:t>đ</m:t>
                              </m:r>
                              <m:r>
                                <a:rPr lang="en-US" i="1">
                                  <a:latin typeface="Cambria Math" panose="02040503050406030204" pitchFamily="18" charset="0"/>
                                </a:rPr>
                                <m:t>𝑖</m:t>
                              </m:r>
                              <m:r>
                                <a:rPr lang="en-US" i="1">
                                  <a:latin typeface="Cambria Math" panose="02040503050406030204" pitchFamily="18" charset="0"/>
                                </a:rPr>
                                <m:t>ề</m:t>
                              </m:r>
                              <m:r>
                                <a:rPr lang="en-US" i="1">
                                  <a:latin typeface="Cambria Math" panose="02040503050406030204" pitchFamily="18" charset="0"/>
                                </a:rPr>
                                <m:t>𝑢𝑘h𝑖</m:t>
                              </m:r>
                              <m:r>
                                <a:rPr lang="vi-VN" i="1">
                                  <a:latin typeface="Cambria Math" panose="02040503050406030204" pitchFamily="18" charset="0"/>
                                </a:rPr>
                                <m:t>ể</m:t>
                              </m:r>
                              <m:r>
                                <a:rPr lang="vi-VN" i="1">
                                  <a:latin typeface="Cambria Math" panose="02040503050406030204" pitchFamily="18" charset="0"/>
                                </a:rPr>
                                <m:t>𝑛</m:t>
                              </m:r>
                            </m:sub>
                          </m:sSub>
                        </m:e>
                      </m:acc>
                      <m:r>
                        <a:rPr lang="en-US" i="1">
                          <a:latin typeface="Cambria Math" panose="02040503050406030204" pitchFamily="18" charset="0"/>
                        </a:rPr>
                        <m:t>=</m:t>
                      </m:r>
                      <m:sSup>
                        <m:sSupPr>
                          <m:ctrlPr>
                            <a:rPr lang="en-US" i="1">
                              <a:latin typeface="Cambria Math" panose="02040503050406030204" pitchFamily="18" charset="0"/>
                            </a:rPr>
                          </m:ctrlPr>
                        </m:sSupPr>
                        <m:e>
                          <m:r>
                            <a:rPr lang="en-US" i="1">
                              <a:latin typeface="Cambria Math" panose="02040503050406030204" pitchFamily="18" charset="0"/>
                            </a:rPr>
                            <m:t>𝐽</m:t>
                          </m:r>
                        </m:e>
                        <m:sup>
                          <m:r>
                            <a:rPr lang="en-US" i="1">
                              <a:latin typeface="Cambria Math" panose="02040503050406030204" pitchFamily="18" charset="0"/>
                            </a:rPr>
                            <m:t>−</m:t>
                          </m:r>
                        </m:sup>
                      </m:sSup>
                      <m:r>
                        <a:rPr lang="vi-VN" i="1">
                          <a:latin typeface="Cambria Math" panose="02040503050406030204" pitchFamily="18" charset="0"/>
                        </a:rPr>
                        <m:t>1</m:t>
                      </m:r>
                      <m:r>
                        <a:rPr lang="en-US">
                          <a:latin typeface="Cambria Math" panose="02040503050406030204" pitchFamily="18" charset="0"/>
                        </a:rPr>
                        <m:t>⋅</m:t>
                      </m:r>
                      <m:d>
                        <m:dPr>
                          <m:ctrlPr>
                            <a:rPr lang="en-US" i="1">
                              <a:latin typeface="Cambria Math" panose="02040503050406030204" pitchFamily="18" charset="0"/>
                            </a:rPr>
                          </m:ctrlPr>
                        </m:dPr>
                        <m:e>
                          <m:sSub>
                            <m:sSubPr>
                              <m:ctrlPr>
                                <a:rPr lang="en-US" i="1">
                                  <a:latin typeface="Cambria Math" panose="02040503050406030204" pitchFamily="18" charset="0"/>
                                </a:rPr>
                              </m:ctrlPr>
                            </m:sSubPr>
                            <m:e>
                              <m:r>
                                <a:rPr lang="en-US" i="1">
                                  <a:latin typeface="Cambria Math" panose="02040503050406030204" pitchFamily="18" charset="0"/>
                                </a:rPr>
                                <m:t>𝑣</m:t>
                              </m:r>
                            </m:e>
                            <m:sub>
                              <m:r>
                                <a:rPr lang="en-US" i="1">
                                  <a:latin typeface="Cambria Math" panose="02040503050406030204" pitchFamily="18" charset="0"/>
                                </a:rPr>
                                <m:t>𝑚</m:t>
                              </m:r>
                              <m:r>
                                <a:rPr lang="en-US" i="1">
                                  <a:latin typeface="Cambria Math" panose="02040503050406030204" pitchFamily="18" charset="0"/>
                                </a:rPr>
                                <m:t>ụ</m:t>
                              </m:r>
                              <m:r>
                                <a:rPr lang="en-US" i="1">
                                  <a:latin typeface="Cambria Math" panose="02040503050406030204" pitchFamily="18" charset="0"/>
                                </a:rPr>
                                <m:t>𝑐𝑡𝑖</m:t>
                              </m:r>
                              <m:r>
                                <a:rPr lang="vi-VN" i="1">
                                  <a:latin typeface="Cambria Math" panose="02040503050406030204" pitchFamily="18" charset="0"/>
                                </a:rPr>
                                <m:t>ê</m:t>
                              </m:r>
                              <m:r>
                                <a:rPr lang="vi-VN" i="1">
                                  <a:latin typeface="Cambria Math" panose="02040503050406030204" pitchFamily="18" charset="0"/>
                                </a:rPr>
                                <m:t>𝑢</m:t>
                              </m:r>
                            </m:sub>
                          </m:sSub>
                          <m:r>
                            <a:rPr lang="en-US" i="1">
                              <a:latin typeface="Cambria Math" panose="02040503050406030204" pitchFamily="18" charset="0"/>
                            </a:rPr>
                            <m:t>+</m:t>
                          </m:r>
                          <m:sSub>
                            <m:sSubPr>
                              <m:ctrlPr>
                                <a:rPr lang="en-US" i="1">
                                  <a:latin typeface="Cambria Math" panose="02040503050406030204" pitchFamily="18" charset="0"/>
                                </a:rPr>
                              </m:ctrlPr>
                            </m:sSubPr>
                            <m:e>
                              <m:r>
                                <a:rPr lang="en-US" i="1">
                                  <a:latin typeface="Cambria Math" panose="02040503050406030204" pitchFamily="18" charset="0"/>
                                </a:rPr>
                                <m:t>𝐾</m:t>
                              </m:r>
                            </m:e>
                            <m:sub>
                              <m:r>
                                <a:rPr lang="en-US" i="1">
                                  <a:latin typeface="Cambria Math" panose="02040503050406030204" pitchFamily="18" charset="0"/>
                                </a:rPr>
                                <m:t>𝑝</m:t>
                              </m:r>
                            </m:sub>
                          </m:sSub>
                          <m:r>
                            <a:rPr lang="en-US">
                              <a:latin typeface="Cambria Math" panose="02040503050406030204" pitchFamily="18" charset="0"/>
                            </a:rPr>
                            <m:t>⋅</m:t>
                          </m:r>
                          <m:d>
                            <m:dPr>
                              <m:ctrlPr>
                                <a:rPr lang="en-US" i="1">
                                  <a:latin typeface="Cambria Math" panose="02040503050406030204" pitchFamily="18" charset="0"/>
                                </a:rPr>
                              </m:ctrlPr>
                            </m:dPr>
                            <m:e>
                              <m:r>
                                <a:rPr lang="en-US" i="1">
                                  <a:latin typeface="Cambria Math" panose="02040503050406030204" pitchFamily="18" charset="0"/>
                                </a:rPr>
                                <m:t>𝑥𝑚</m:t>
                              </m:r>
                              <m:r>
                                <a:rPr lang="en-US" i="1">
                                  <a:latin typeface="Cambria Math" panose="02040503050406030204" pitchFamily="18" charset="0"/>
                                </a:rPr>
                                <m:t>ụ</m:t>
                              </m:r>
                              <m:r>
                                <a:rPr lang="en-US" i="1">
                                  <a:latin typeface="Cambria Math" panose="02040503050406030204" pitchFamily="18" charset="0"/>
                                </a:rPr>
                                <m:t>𝑐𝑡𝑖</m:t>
                              </m:r>
                              <m:r>
                                <a:rPr lang="vi-VN" i="1">
                                  <a:latin typeface="Cambria Math" panose="02040503050406030204" pitchFamily="18" charset="0"/>
                                </a:rPr>
                                <m:t>ê</m:t>
                              </m:r>
                              <m:r>
                                <a:rPr lang="vi-VN" i="1">
                                  <a:latin typeface="Cambria Math" panose="02040503050406030204" pitchFamily="18" charset="0"/>
                                </a:rPr>
                                <m:t>𝑢</m:t>
                              </m:r>
                              <m:r>
                                <a:rPr lang="en-US" i="1">
                                  <a:latin typeface="Cambria Math" panose="02040503050406030204" pitchFamily="18" charset="0"/>
                                </a:rPr>
                                <m:t>−</m:t>
                              </m:r>
                              <m:sSub>
                                <m:sSubPr>
                                  <m:ctrlPr>
                                    <a:rPr lang="en-US" i="1">
                                      <a:latin typeface="Cambria Math" panose="02040503050406030204" pitchFamily="18" charset="0"/>
                                    </a:rPr>
                                  </m:ctrlPr>
                                </m:sSubPr>
                                <m:e>
                                  <m:r>
                                    <a:rPr lang="en-US" i="1">
                                      <a:latin typeface="Cambria Math" panose="02040503050406030204" pitchFamily="18" charset="0"/>
                                    </a:rPr>
                                    <m:t>𝑥</m:t>
                                  </m:r>
                                </m:e>
                                <m:sub>
                                  <m:r>
                                    <a:rPr lang="en-US" i="1">
                                      <a:latin typeface="Cambria Math" panose="02040503050406030204" pitchFamily="18" charset="0"/>
                                    </a:rPr>
                                    <m:t>h𝑡𝑎𝑖</m:t>
                                  </m:r>
                                </m:sub>
                              </m:sSub>
                            </m:e>
                          </m:d>
                        </m:e>
                      </m:d>
                    </m:oMath>
                  </m:oMathPara>
                </a14:m>
                <a:endParaRPr lang="en-US"/>
              </a:p>
              <a:p>
                <a:endParaRPr lang="en-US"/>
              </a:p>
              <a:p>
                <a:pPr algn="just"/>
                <a:endParaRPr lang="vi-VN" sz="2400">
                  <a:latin typeface="Aptos" panose="020B0004020202020204" pitchFamily="34" charset="0"/>
                </a:endParaRPr>
              </a:p>
              <a:p>
                <a:pPr algn="just"/>
                <a:endParaRPr lang="vi-VN" sz="2400">
                  <a:latin typeface="Aptos" panose="020B0004020202020204" pitchFamily="34" charset="0"/>
                </a:endParaRPr>
              </a:p>
            </p:txBody>
          </p:sp>
        </mc:Choice>
        <mc:Fallback xmlns="">
          <p:sp>
            <p:nvSpPr>
              <p:cNvPr id="10" name="Text Box 7">
                <a:extLst>
                  <a:ext uri="{FF2B5EF4-FFF2-40B4-BE49-F238E27FC236}">
                    <a16:creationId xmlns:a16="http://schemas.microsoft.com/office/drawing/2014/main" id="{7B6ED0DC-EF74-ED0A-E789-A01E1DA3E5C5}"/>
                  </a:ext>
                </a:extLst>
              </p:cNvPr>
              <p:cNvSpPr txBox="1">
                <a:spLocks noRot="1" noChangeAspect="1" noMove="1" noResize="1" noEditPoints="1" noAdjustHandles="1" noChangeArrowheads="1" noChangeShapeType="1" noTextEdit="1"/>
              </p:cNvSpPr>
              <p:nvPr/>
            </p:nvSpPr>
            <p:spPr>
              <a:xfrm>
                <a:off x="288977" y="1613199"/>
                <a:ext cx="8044815" cy="5723490"/>
              </a:xfrm>
              <a:prstGeom prst="rect">
                <a:avLst/>
              </a:prstGeom>
              <a:blipFill>
                <a:blip r:embed="rId2"/>
                <a:stretch>
                  <a:fillRect l="-606" t="-532"/>
                </a:stretch>
              </a:blipFill>
            </p:spPr>
            <p:txBody>
              <a:bodyPr/>
              <a:lstStyle/>
              <a:p>
                <a:r>
                  <a:rPr lang="en-US">
                    <a:noFill/>
                  </a:rPr>
                  <a:t> </a:t>
                </a:r>
              </a:p>
            </p:txBody>
          </p:sp>
        </mc:Fallback>
      </mc:AlternateContent>
    </p:spTree>
    <p:extLst>
      <p:ext uri="{BB962C8B-B14F-4D97-AF65-F5344CB8AC3E}">
        <p14:creationId xmlns:p14="http://schemas.microsoft.com/office/powerpoint/2010/main" val="21941630"/>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fade">
                                      <p:cBhvr>
                                        <p:cTn id="7" dur="5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05270F4-0423-E409-A34F-6C0C7F4CF2D4}"/>
            </a:ext>
          </a:extLst>
        </p:cNvPr>
        <p:cNvGrpSpPr/>
        <p:nvPr/>
      </p:nvGrpSpPr>
      <p:grpSpPr>
        <a:xfrm>
          <a:off x="0" y="0"/>
          <a:ext cx="0" cy="0"/>
          <a:chOff x="0" y="0"/>
          <a:chExt cx="0" cy="0"/>
        </a:xfrm>
      </p:grpSpPr>
      <p:sp>
        <p:nvSpPr>
          <p:cNvPr id="5" name="Slide Number Placeholder 4">
            <a:extLst>
              <a:ext uri="{FF2B5EF4-FFF2-40B4-BE49-F238E27FC236}">
                <a16:creationId xmlns:a16="http://schemas.microsoft.com/office/drawing/2014/main" id="{BAA791DE-6B5B-C72B-8716-AD64D33E8A82}"/>
              </a:ext>
            </a:extLst>
          </p:cNvPr>
          <p:cNvSpPr>
            <a:spLocks noGrp="1"/>
          </p:cNvSpPr>
          <p:nvPr>
            <p:ph type="sldNum" sz="quarter" idx="12"/>
          </p:nvPr>
        </p:nvSpPr>
        <p:spPr>
          <a:xfrm>
            <a:off x="6867383" y="6492878"/>
            <a:ext cx="2057400" cy="365125"/>
          </a:xfrm>
          <a:prstGeom prst="rect">
            <a:avLst/>
          </a:prstGeom>
        </p:spPr>
        <p:txBody>
          <a:bodyPr/>
          <a:lstStyle/>
          <a:p>
            <a:fld id="{9EA0BE3B-158A-4EDF-80DC-E394A0D1600F}" type="slidenum">
              <a:rPr lang="en-US" smtClean="0"/>
              <a:t>7</a:t>
            </a:fld>
            <a:endParaRPr lang="en-US"/>
          </a:p>
        </p:txBody>
      </p:sp>
      <p:sp>
        <p:nvSpPr>
          <p:cNvPr id="6" name="Rectangles 5">
            <a:extLst>
              <a:ext uri="{FF2B5EF4-FFF2-40B4-BE49-F238E27FC236}">
                <a16:creationId xmlns:a16="http://schemas.microsoft.com/office/drawing/2014/main" id="{6231200E-3108-4527-3054-3BE6D8BFBC77}"/>
              </a:ext>
            </a:extLst>
          </p:cNvPr>
          <p:cNvSpPr/>
          <p:nvPr/>
        </p:nvSpPr>
        <p:spPr>
          <a:xfrm>
            <a:off x="-229870" y="-76835"/>
            <a:ext cx="9717405" cy="1260475"/>
          </a:xfrm>
          <a:prstGeom prst="rect">
            <a:avLst/>
          </a:prstGeom>
          <a:solidFill>
            <a:srgbClr val="C02034"/>
          </a:solidFill>
          <a:ln>
            <a:solidFill>
              <a:srgbClr val="C52135"/>
            </a:solid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en-US"/>
          </a:p>
        </p:txBody>
      </p:sp>
      <p:sp>
        <p:nvSpPr>
          <p:cNvPr id="7" name="Rectangles 6">
            <a:extLst>
              <a:ext uri="{FF2B5EF4-FFF2-40B4-BE49-F238E27FC236}">
                <a16:creationId xmlns:a16="http://schemas.microsoft.com/office/drawing/2014/main" id="{9505ECBE-5F3E-02DA-0117-4B5D2918D561}"/>
              </a:ext>
            </a:extLst>
          </p:cNvPr>
          <p:cNvSpPr/>
          <p:nvPr/>
        </p:nvSpPr>
        <p:spPr>
          <a:xfrm>
            <a:off x="-174625" y="1391285"/>
            <a:ext cx="9591675" cy="130810"/>
          </a:xfrm>
          <a:prstGeom prst="rect">
            <a:avLst/>
          </a:prstGeom>
          <a:solidFill>
            <a:srgbClr val="E7A41D"/>
          </a:solidFill>
          <a:ln>
            <a:solidFill>
              <a:srgbClr val="E7A41D"/>
            </a:solid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D2FB9BA8-1AA6-F63D-808E-4855FA2E735A}"/>
              </a:ext>
            </a:extLst>
          </p:cNvPr>
          <p:cNvSpPr>
            <a:spLocks noGrp="1"/>
          </p:cNvSpPr>
          <p:nvPr>
            <p:ph type="title"/>
          </p:nvPr>
        </p:nvSpPr>
        <p:spPr>
          <a:xfrm>
            <a:off x="288977" y="249703"/>
            <a:ext cx="8635896" cy="436098"/>
          </a:xfrm>
          <a:prstGeom prst="rect">
            <a:avLst/>
          </a:prstGeom>
        </p:spPr>
        <p:txBody>
          <a:bodyPr/>
          <a:lstStyle/>
          <a:p>
            <a:pPr algn="just"/>
            <a:r>
              <a:rPr lang="vi-VN" sz="4400"/>
              <a:t>Tổng quan</a:t>
            </a:r>
            <a:endParaRPr lang="vi-VN" sz="4400">
              <a:latin typeface="Aptos" panose="020B0004020202020204" pitchFamily="34" charset="0"/>
            </a:endParaRPr>
          </a:p>
        </p:txBody>
      </p:sp>
      <p:sp>
        <p:nvSpPr>
          <p:cNvPr id="10" name="Text Box 7">
            <a:extLst>
              <a:ext uri="{FF2B5EF4-FFF2-40B4-BE49-F238E27FC236}">
                <a16:creationId xmlns:a16="http://schemas.microsoft.com/office/drawing/2014/main" id="{2EA91371-0B96-757B-A77D-D40A410AF417}"/>
              </a:ext>
            </a:extLst>
          </p:cNvPr>
          <p:cNvSpPr txBox="1"/>
          <p:nvPr/>
        </p:nvSpPr>
        <p:spPr>
          <a:xfrm>
            <a:off x="288977" y="1613199"/>
            <a:ext cx="8044815" cy="2769989"/>
          </a:xfrm>
          <a:prstGeom prst="rect">
            <a:avLst/>
          </a:prstGeom>
          <a:noFill/>
        </p:spPr>
        <p:txBody>
          <a:bodyPr wrap="square" rtlCol="0">
            <a:spAutoFit/>
          </a:bodyPr>
          <a:lstStyle/>
          <a:p>
            <a:pPr algn="just"/>
            <a:r>
              <a:rPr lang="vi-VN">
                <a:latin typeface="Aptos" panose="020B0004020202020204" pitchFamily="34" charset="0"/>
              </a:rPr>
              <a:t>5. Va chạm:</a:t>
            </a:r>
          </a:p>
          <a:p>
            <a:pPr marL="285750" indent="-285750">
              <a:buFont typeface="Arial" panose="020B0604020202020204" pitchFamily="34" charset="0"/>
              <a:buChar char="•"/>
            </a:pPr>
            <a:r>
              <a:rPr lang="vi-VN">
                <a:latin typeface="Aptos" panose="020B0004020202020204" pitchFamily="34" charset="0"/>
              </a:rPr>
              <a:t>Kiểm tra robot có va chạm không</a:t>
            </a:r>
          </a:p>
          <a:p>
            <a:r>
              <a:rPr lang="vi-VN">
                <a:latin typeface="Aptos" panose="020B0004020202020204" pitchFamily="34" charset="0"/>
              </a:rPr>
              <a:t>6. Gắp vật</a:t>
            </a:r>
          </a:p>
          <a:p>
            <a:pPr marL="285750" indent="-285750">
              <a:buFont typeface="Arial" panose="020B0604020202020204" pitchFamily="34" charset="0"/>
              <a:buChar char="•"/>
            </a:pPr>
            <a:r>
              <a:rPr lang="vi-VN">
                <a:latin typeface="Aptos" panose="020B0004020202020204" pitchFamily="34" charset="0"/>
              </a:rPr>
              <a:t>Tạo 1 geom ngẫu nhiên trên thế giới. Tính vị trí geom</a:t>
            </a:r>
          </a:p>
          <a:p>
            <a:pPr marL="285750" indent="-285750">
              <a:buFont typeface="Arial" panose="020B0604020202020204" pitchFamily="34" charset="0"/>
              <a:buChar char="•"/>
            </a:pPr>
            <a:r>
              <a:rPr lang="vi-VN">
                <a:latin typeface="Aptos" panose="020B0004020202020204" pitchFamily="34" charset="0"/>
              </a:rPr>
              <a:t>Dùng động học thuận để biết vị trí ban đầu của khâu cuối, động học nghịch để xác định góc quay cần thiết vị trí đầu và vị trí cần đến (điều khiển PD)</a:t>
            </a:r>
          </a:p>
          <a:p>
            <a:pPr marL="285750" indent="-285750">
              <a:buFont typeface="Arial" panose="020B0604020202020204" pitchFamily="34" charset="0"/>
              <a:buChar char="•"/>
            </a:pPr>
            <a:r>
              <a:rPr lang="vi-VN">
                <a:latin typeface="Aptos" panose="020B0004020202020204" pitchFamily="34" charset="0"/>
              </a:rPr>
              <a:t>Sử dụng hàm weld để dính vật (va chạm kiểm tra xem chạm chưa)</a:t>
            </a:r>
            <a:endParaRPr lang="en-US">
              <a:latin typeface="Aptos" panose="020B0004020202020204" pitchFamily="34" charset="0"/>
            </a:endParaRPr>
          </a:p>
          <a:p>
            <a:pPr algn="just"/>
            <a:endParaRPr lang="vi-VN" sz="2400">
              <a:latin typeface="Aptos" panose="020B0004020202020204" pitchFamily="34" charset="0"/>
            </a:endParaRPr>
          </a:p>
          <a:p>
            <a:pPr algn="just"/>
            <a:endParaRPr lang="vi-VN" sz="2400">
              <a:latin typeface="Aptos" panose="020B0004020202020204" pitchFamily="34" charset="0"/>
            </a:endParaRPr>
          </a:p>
        </p:txBody>
      </p:sp>
    </p:spTree>
    <p:extLst>
      <p:ext uri="{BB962C8B-B14F-4D97-AF65-F5344CB8AC3E}">
        <p14:creationId xmlns:p14="http://schemas.microsoft.com/office/powerpoint/2010/main" val="3799663812"/>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fade">
                                      <p:cBhvr>
                                        <p:cTn id="7" dur="5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6AB0544-4FCC-B2E0-F1D9-03DC35BBFB6B}"/>
            </a:ext>
          </a:extLst>
        </p:cNvPr>
        <p:cNvGrpSpPr/>
        <p:nvPr/>
      </p:nvGrpSpPr>
      <p:grpSpPr>
        <a:xfrm>
          <a:off x="0" y="0"/>
          <a:ext cx="0" cy="0"/>
          <a:chOff x="0" y="0"/>
          <a:chExt cx="0" cy="0"/>
        </a:xfrm>
      </p:grpSpPr>
      <p:sp>
        <p:nvSpPr>
          <p:cNvPr id="5" name="Slide Number Placeholder 4">
            <a:extLst>
              <a:ext uri="{FF2B5EF4-FFF2-40B4-BE49-F238E27FC236}">
                <a16:creationId xmlns:a16="http://schemas.microsoft.com/office/drawing/2014/main" id="{F7E4F29D-6711-5539-8A4A-0E38085A57BF}"/>
              </a:ext>
            </a:extLst>
          </p:cNvPr>
          <p:cNvSpPr>
            <a:spLocks noGrp="1"/>
          </p:cNvSpPr>
          <p:nvPr>
            <p:ph type="sldNum" sz="quarter" idx="12"/>
          </p:nvPr>
        </p:nvSpPr>
        <p:spPr>
          <a:xfrm>
            <a:off x="6867383" y="6492878"/>
            <a:ext cx="2057400" cy="365125"/>
          </a:xfrm>
          <a:prstGeom prst="rect">
            <a:avLst/>
          </a:prstGeom>
        </p:spPr>
        <p:txBody>
          <a:bodyPr/>
          <a:lstStyle/>
          <a:p>
            <a:fld id="{9EA0BE3B-158A-4EDF-80DC-E394A0D1600F}" type="slidenum">
              <a:rPr lang="en-US" smtClean="0"/>
              <a:t>8</a:t>
            </a:fld>
            <a:endParaRPr lang="en-US"/>
          </a:p>
        </p:txBody>
      </p:sp>
      <p:sp>
        <p:nvSpPr>
          <p:cNvPr id="6" name="Rectangles 5">
            <a:extLst>
              <a:ext uri="{FF2B5EF4-FFF2-40B4-BE49-F238E27FC236}">
                <a16:creationId xmlns:a16="http://schemas.microsoft.com/office/drawing/2014/main" id="{35481A26-454A-1B94-4255-28C1BE4D79D4}"/>
              </a:ext>
            </a:extLst>
          </p:cNvPr>
          <p:cNvSpPr/>
          <p:nvPr/>
        </p:nvSpPr>
        <p:spPr>
          <a:xfrm>
            <a:off x="-229870" y="-76835"/>
            <a:ext cx="9717405" cy="1260475"/>
          </a:xfrm>
          <a:prstGeom prst="rect">
            <a:avLst/>
          </a:prstGeom>
          <a:solidFill>
            <a:srgbClr val="C02034"/>
          </a:solidFill>
          <a:ln>
            <a:solidFill>
              <a:srgbClr val="C52135"/>
            </a:solid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en-US"/>
          </a:p>
        </p:txBody>
      </p:sp>
      <p:sp>
        <p:nvSpPr>
          <p:cNvPr id="7" name="Rectangles 6">
            <a:extLst>
              <a:ext uri="{FF2B5EF4-FFF2-40B4-BE49-F238E27FC236}">
                <a16:creationId xmlns:a16="http://schemas.microsoft.com/office/drawing/2014/main" id="{FE9E0C45-597E-47DA-8B88-2E990354424C}"/>
              </a:ext>
            </a:extLst>
          </p:cNvPr>
          <p:cNvSpPr/>
          <p:nvPr/>
        </p:nvSpPr>
        <p:spPr>
          <a:xfrm>
            <a:off x="-174625" y="1391285"/>
            <a:ext cx="9591675" cy="130810"/>
          </a:xfrm>
          <a:prstGeom prst="rect">
            <a:avLst/>
          </a:prstGeom>
          <a:solidFill>
            <a:srgbClr val="E7A41D"/>
          </a:solidFill>
          <a:ln>
            <a:solidFill>
              <a:srgbClr val="E7A41D"/>
            </a:solid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B290A178-3215-0FA5-1A97-385EECA34FBA}"/>
              </a:ext>
            </a:extLst>
          </p:cNvPr>
          <p:cNvSpPr>
            <a:spLocks noGrp="1"/>
          </p:cNvSpPr>
          <p:nvPr>
            <p:ph type="title"/>
          </p:nvPr>
        </p:nvSpPr>
        <p:spPr>
          <a:xfrm>
            <a:off x="288977" y="249703"/>
            <a:ext cx="8635896" cy="436098"/>
          </a:xfrm>
          <a:prstGeom prst="rect">
            <a:avLst/>
          </a:prstGeom>
        </p:spPr>
        <p:txBody>
          <a:bodyPr/>
          <a:lstStyle/>
          <a:p>
            <a:pPr algn="just"/>
            <a:r>
              <a:rPr lang="vi-VN" sz="4400">
                <a:latin typeface="Aptos" panose="020B0004020202020204" pitchFamily="34" charset="0"/>
              </a:rPr>
              <a:t>Động học thuận + nghịch</a:t>
            </a:r>
          </a:p>
        </p:txBody>
      </p:sp>
      <p:sp>
        <p:nvSpPr>
          <p:cNvPr id="9" name="Text Box 7">
            <a:extLst>
              <a:ext uri="{FF2B5EF4-FFF2-40B4-BE49-F238E27FC236}">
                <a16:creationId xmlns:a16="http://schemas.microsoft.com/office/drawing/2014/main" id="{39F4B06E-2332-A1BA-7324-2C2A67B1BC59}"/>
              </a:ext>
            </a:extLst>
          </p:cNvPr>
          <p:cNvSpPr txBox="1"/>
          <p:nvPr/>
        </p:nvSpPr>
        <p:spPr>
          <a:xfrm>
            <a:off x="288977" y="1613199"/>
            <a:ext cx="8044815" cy="830997"/>
          </a:xfrm>
          <a:prstGeom prst="rect">
            <a:avLst/>
          </a:prstGeom>
          <a:noFill/>
        </p:spPr>
        <p:txBody>
          <a:bodyPr wrap="square" rtlCol="0">
            <a:spAutoFit/>
          </a:bodyPr>
          <a:lstStyle/>
          <a:p>
            <a:pPr algn="just"/>
            <a:endParaRPr lang="vi-VN" sz="2400">
              <a:latin typeface="Aptos" panose="020B0004020202020204" pitchFamily="34" charset="0"/>
            </a:endParaRPr>
          </a:p>
          <a:p>
            <a:pPr algn="just"/>
            <a:endParaRPr lang="vi-VN" sz="2400">
              <a:latin typeface="Aptos" panose="020B0004020202020204" pitchFamily="34" charset="0"/>
            </a:endParaRPr>
          </a:p>
        </p:txBody>
      </p:sp>
      <p:pic>
        <p:nvPicPr>
          <p:cNvPr id="14" name="Picture 13">
            <a:extLst>
              <a:ext uri="{FF2B5EF4-FFF2-40B4-BE49-F238E27FC236}">
                <a16:creationId xmlns:a16="http://schemas.microsoft.com/office/drawing/2014/main" id="{55AF33F6-93A9-20D0-E41F-8945FBDEE7E7}"/>
              </a:ext>
            </a:extLst>
          </p:cNvPr>
          <p:cNvPicPr>
            <a:picLocks noChangeAspect="1"/>
          </p:cNvPicPr>
          <p:nvPr/>
        </p:nvPicPr>
        <p:blipFill>
          <a:blip r:embed="rId2"/>
          <a:srcRect t="3015" r="70882" b="73965"/>
          <a:stretch>
            <a:fillRect/>
          </a:stretch>
        </p:blipFill>
        <p:spPr>
          <a:xfrm>
            <a:off x="116541" y="1729740"/>
            <a:ext cx="3821163" cy="1699260"/>
          </a:xfrm>
          <a:prstGeom prst="rect">
            <a:avLst/>
          </a:prstGeom>
        </p:spPr>
      </p:pic>
      <p:pic>
        <p:nvPicPr>
          <p:cNvPr id="16" name="Picture 15">
            <a:extLst>
              <a:ext uri="{FF2B5EF4-FFF2-40B4-BE49-F238E27FC236}">
                <a16:creationId xmlns:a16="http://schemas.microsoft.com/office/drawing/2014/main" id="{C234EC24-8935-FD54-195E-9AF9DF580B36}"/>
              </a:ext>
            </a:extLst>
          </p:cNvPr>
          <p:cNvPicPr>
            <a:picLocks noChangeAspect="1"/>
          </p:cNvPicPr>
          <p:nvPr/>
        </p:nvPicPr>
        <p:blipFill>
          <a:blip r:embed="rId3"/>
          <a:srcRect l="27395" t="17174" r="26982" b="34125"/>
          <a:stretch>
            <a:fillRect/>
          </a:stretch>
        </p:blipFill>
        <p:spPr>
          <a:xfrm>
            <a:off x="116541" y="3612335"/>
            <a:ext cx="3852661" cy="2313336"/>
          </a:xfrm>
          <a:prstGeom prst="rect">
            <a:avLst/>
          </a:prstGeom>
        </p:spPr>
      </p:pic>
      <p:pic>
        <p:nvPicPr>
          <p:cNvPr id="18" name="Picture 17">
            <a:extLst>
              <a:ext uri="{FF2B5EF4-FFF2-40B4-BE49-F238E27FC236}">
                <a16:creationId xmlns:a16="http://schemas.microsoft.com/office/drawing/2014/main" id="{D7F9EB4A-AB4F-A117-DE3D-673D96C38E87}"/>
              </a:ext>
            </a:extLst>
          </p:cNvPr>
          <p:cNvPicPr>
            <a:picLocks noChangeAspect="1"/>
          </p:cNvPicPr>
          <p:nvPr/>
        </p:nvPicPr>
        <p:blipFill>
          <a:blip r:embed="rId4"/>
          <a:srcRect t="3015" r="58610" b="85303"/>
          <a:stretch>
            <a:fillRect/>
          </a:stretch>
        </p:blipFill>
        <p:spPr>
          <a:xfrm>
            <a:off x="4036915" y="1729740"/>
            <a:ext cx="5074024" cy="805560"/>
          </a:xfrm>
          <a:prstGeom prst="rect">
            <a:avLst/>
          </a:prstGeom>
        </p:spPr>
      </p:pic>
      <p:pic>
        <p:nvPicPr>
          <p:cNvPr id="20" name="Picture 19">
            <a:extLst>
              <a:ext uri="{FF2B5EF4-FFF2-40B4-BE49-F238E27FC236}">
                <a16:creationId xmlns:a16="http://schemas.microsoft.com/office/drawing/2014/main" id="{59D16C31-1993-0F93-3E4D-5F83E40893E2}"/>
              </a:ext>
            </a:extLst>
          </p:cNvPr>
          <p:cNvPicPr>
            <a:picLocks noChangeAspect="1"/>
          </p:cNvPicPr>
          <p:nvPr/>
        </p:nvPicPr>
        <p:blipFill>
          <a:blip r:embed="rId5"/>
          <a:srcRect l="21568" t="6346" r="22941" b="30004"/>
          <a:stretch>
            <a:fillRect/>
          </a:stretch>
        </p:blipFill>
        <p:spPr>
          <a:xfrm>
            <a:off x="4036915" y="2651841"/>
            <a:ext cx="5074024" cy="3273830"/>
          </a:xfrm>
          <a:prstGeom prst="rect">
            <a:avLst/>
          </a:prstGeom>
        </p:spPr>
      </p:pic>
    </p:spTree>
    <p:extLst>
      <p:ext uri="{BB962C8B-B14F-4D97-AF65-F5344CB8AC3E}">
        <p14:creationId xmlns:p14="http://schemas.microsoft.com/office/powerpoint/2010/main" val="2139063935"/>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nodePh="1">
                                  <p:stCondLst>
                                    <p:cond delay="0"/>
                                  </p:stCondLst>
                                  <p:endCondLst>
                                    <p:cond evt="begin" delay="0">
                                      <p:tn val="5"/>
                                    </p:cond>
                                  </p:endCondLst>
                                  <p:childTnLst>
                                    <p:set>
                                      <p:cBhvr>
                                        <p:cTn id="6" dur="1" fill="hold">
                                          <p:stCondLst>
                                            <p:cond delay="0"/>
                                          </p:stCondLst>
                                        </p:cTn>
                                        <p:tgtEl>
                                          <p:spTgt spid="9"/>
                                        </p:tgtEl>
                                        <p:attrNameLst>
                                          <p:attrName>style.visibility</p:attrName>
                                        </p:attrNameLst>
                                      </p:cBhvr>
                                      <p:to>
                                        <p:strVal val="visible"/>
                                      </p:to>
                                    </p:set>
                                    <p:animEffect transition="in" filter="fade">
                                      <p:cBhvr>
                                        <p:cTn id="7"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3BB90C8-6FF3-06F5-C482-DA3FBBF89892}"/>
            </a:ext>
          </a:extLst>
        </p:cNvPr>
        <p:cNvGrpSpPr/>
        <p:nvPr/>
      </p:nvGrpSpPr>
      <p:grpSpPr>
        <a:xfrm>
          <a:off x="0" y="0"/>
          <a:ext cx="0" cy="0"/>
          <a:chOff x="0" y="0"/>
          <a:chExt cx="0" cy="0"/>
        </a:xfrm>
      </p:grpSpPr>
      <p:sp>
        <p:nvSpPr>
          <p:cNvPr id="5" name="Slide Number Placeholder 4">
            <a:extLst>
              <a:ext uri="{FF2B5EF4-FFF2-40B4-BE49-F238E27FC236}">
                <a16:creationId xmlns:a16="http://schemas.microsoft.com/office/drawing/2014/main" id="{1CB3F903-C747-346D-2254-C13D9A6987CA}"/>
              </a:ext>
            </a:extLst>
          </p:cNvPr>
          <p:cNvSpPr>
            <a:spLocks noGrp="1"/>
          </p:cNvSpPr>
          <p:nvPr>
            <p:ph type="sldNum" sz="quarter" idx="12"/>
          </p:nvPr>
        </p:nvSpPr>
        <p:spPr>
          <a:xfrm>
            <a:off x="6867383" y="6492878"/>
            <a:ext cx="2057400" cy="365125"/>
          </a:xfrm>
          <a:prstGeom prst="rect">
            <a:avLst/>
          </a:prstGeom>
        </p:spPr>
        <p:txBody>
          <a:bodyPr/>
          <a:lstStyle/>
          <a:p>
            <a:fld id="{9EA0BE3B-158A-4EDF-80DC-E394A0D1600F}" type="slidenum">
              <a:rPr lang="vi-VN" noProof="0" smtClean="0"/>
              <a:t>9</a:t>
            </a:fld>
            <a:endParaRPr lang="vi-VN" noProof="0"/>
          </a:p>
        </p:txBody>
      </p:sp>
      <p:sp>
        <p:nvSpPr>
          <p:cNvPr id="6" name="Rectangles 5">
            <a:extLst>
              <a:ext uri="{FF2B5EF4-FFF2-40B4-BE49-F238E27FC236}">
                <a16:creationId xmlns:a16="http://schemas.microsoft.com/office/drawing/2014/main" id="{24C31C86-B33C-2FDB-C0CE-E3CD98D1ED09}"/>
              </a:ext>
            </a:extLst>
          </p:cNvPr>
          <p:cNvSpPr/>
          <p:nvPr/>
        </p:nvSpPr>
        <p:spPr>
          <a:xfrm>
            <a:off x="-229870" y="-76835"/>
            <a:ext cx="9717405" cy="1260475"/>
          </a:xfrm>
          <a:prstGeom prst="rect">
            <a:avLst/>
          </a:prstGeom>
          <a:solidFill>
            <a:srgbClr val="C02034"/>
          </a:solidFill>
          <a:ln>
            <a:solidFill>
              <a:srgbClr val="C52135"/>
            </a:solid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vi-VN" noProof="0"/>
          </a:p>
        </p:txBody>
      </p:sp>
      <p:sp>
        <p:nvSpPr>
          <p:cNvPr id="7" name="Rectangles 6">
            <a:extLst>
              <a:ext uri="{FF2B5EF4-FFF2-40B4-BE49-F238E27FC236}">
                <a16:creationId xmlns:a16="http://schemas.microsoft.com/office/drawing/2014/main" id="{172776A2-9EB3-437B-58DC-BE41C8F280A4}"/>
              </a:ext>
            </a:extLst>
          </p:cNvPr>
          <p:cNvSpPr/>
          <p:nvPr/>
        </p:nvSpPr>
        <p:spPr>
          <a:xfrm>
            <a:off x="-174625" y="1391285"/>
            <a:ext cx="9591675" cy="130810"/>
          </a:xfrm>
          <a:prstGeom prst="rect">
            <a:avLst/>
          </a:prstGeom>
          <a:solidFill>
            <a:srgbClr val="E7A41D"/>
          </a:solidFill>
          <a:ln>
            <a:solidFill>
              <a:srgbClr val="E7A41D"/>
            </a:solid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vi-VN" noProof="0"/>
          </a:p>
        </p:txBody>
      </p:sp>
      <p:sp>
        <p:nvSpPr>
          <p:cNvPr id="2" name="Title 1">
            <a:extLst>
              <a:ext uri="{FF2B5EF4-FFF2-40B4-BE49-F238E27FC236}">
                <a16:creationId xmlns:a16="http://schemas.microsoft.com/office/drawing/2014/main" id="{2217D9A8-D50D-610B-CD2D-134F52674BA4}"/>
              </a:ext>
            </a:extLst>
          </p:cNvPr>
          <p:cNvSpPr>
            <a:spLocks noGrp="1"/>
          </p:cNvSpPr>
          <p:nvPr>
            <p:ph type="title"/>
          </p:nvPr>
        </p:nvSpPr>
        <p:spPr>
          <a:xfrm>
            <a:off x="288977" y="249703"/>
            <a:ext cx="8635896" cy="436098"/>
          </a:xfrm>
          <a:prstGeom prst="rect">
            <a:avLst/>
          </a:prstGeom>
        </p:spPr>
        <p:txBody>
          <a:bodyPr/>
          <a:lstStyle/>
          <a:p>
            <a:r>
              <a:rPr lang="vi-VN" sz="4400">
                <a:latin typeface="Aptos" panose="020B0004020202020204" pitchFamily="34" charset="0"/>
              </a:rPr>
              <a:t>Điều khiển + bám quỹ đạo</a:t>
            </a:r>
            <a:endParaRPr lang="vi-VN" sz="4400" noProof="0">
              <a:latin typeface="Aptos" panose="020B0004020202020204" pitchFamily="34" charset="0"/>
            </a:endParaRPr>
          </a:p>
        </p:txBody>
      </p:sp>
      <p:pic>
        <p:nvPicPr>
          <p:cNvPr id="10" name="Picture 9">
            <a:extLst>
              <a:ext uri="{FF2B5EF4-FFF2-40B4-BE49-F238E27FC236}">
                <a16:creationId xmlns:a16="http://schemas.microsoft.com/office/drawing/2014/main" id="{8A17B20B-F817-8DB3-E7A3-3396E4F94DC1}"/>
              </a:ext>
            </a:extLst>
          </p:cNvPr>
          <p:cNvPicPr>
            <a:picLocks noChangeAspect="1"/>
          </p:cNvPicPr>
          <p:nvPr/>
        </p:nvPicPr>
        <p:blipFill>
          <a:blip r:embed="rId2"/>
          <a:srcRect l="29902" t="8257" r="26569" b="17146"/>
          <a:stretch>
            <a:fillRect/>
          </a:stretch>
        </p:blipFill>
        <p:spPr>
          <a:xfrm>
            <a:off x="0" y="1629821"/>
            <a:ext cx="3980330" cy="3836894"/>
          </a:xfrm>
          <a:prstGeom prst="rect">
            <a:avLst/>
          </a:prstGeom>
        </p:spPr>
      </p:pic>
      <p:pic>
        <p:nvPicPr>
          <p:cNvPr id="12" name="Picture 11">
            <a:extLst>
              <a:ext uri="{FF2B5EF4-FFF2-40B4-BE49-F238E27FC236}">
                <a16:creationId xmlns:a16="http://schemas.microsoft.com/office/drawing/2014/main" id="{58DE0509-A362-521D-B005-29B3E295F989}"/>
              </a:ext>
            </a:extLst>
          </p:cNvPr>
          <p:cNvPicPr>
            <a:picLocks noChangeAspect="1"/>
          </p:cNvPicPr>
          <p:nvPr/>
        </p:nvPicPr>
        <p:blipFill>
          <a:blip r:embed="rId3"/>
          <a:srcRect l="33824" t="19586" r="28039" b="27603"/>
          <a:stretch>
            <a:fillRect/>
          </a:stretch>
        </p:blipFill>
        <p:spPr>
          <a:xfrm>
            <a:off x="4823013" y="2201657"/>
            <a:ext cx="3809526" cy="2967318"/>
          </a:xfrm>
          <a:prstGeom prst="rect">
            <a:avLst/>
          </a:prstGeom>
        </p:spPr>
      </p:pic>
      <p:sp>
        <p:nvSpPr>
          <p:cNvPr id="13" name="TextBox 12">
            <a:extLst>
              <a:ext uri="{FF2B5EF4-FFF2-40B4-BE49-F238E27FC236}">
                <a16:creationId xmlns:a16="http://schemas.microsoft.com/office/drawing/2014/main" id="{C1A02104-0EA3-8D3D-BA07-044DA6944C65}"/>
              </a:ext>
            </a:extLst>
          </p:cNvPr>
          <p:cNvSpPr txBox="1"/>
          <p:nvPr/>
        </p:nvSpPr>
        <p:spPr>
          <a:xfrm>
            <a:off x="833717" y="5574441"/>
            <a:ext cx="2658100" cy="338554"/>
          </a:xfrm>
          <a:prstGeom prst="rect">
            <a:avLst/>
          </a:prstGeom>
          <a:noFill/>
        </p:spPr>
        <p:txBody>
          <a:bodyPr wrap="none" rtlCol="0">
            <a:spAutoFit/>
          </a:bodyPr>
          <a:lstStyle/>
          <a:p>
            <a:r>
              <a:rPr lang="vi-VN" sz="1600"/>
              <a:t>Khâu cuối quỹ đạo xoắn ốc</a:t>
            </a:r>
            <a:endParaRPr lang="en-US" sz="1600"/>
          </a:p>
        </p:txBody>
      </p:sp>
      <p:sp>
        <p:nvSpPr>
          <p:cNvPr id="14" name="TextBox 13">
            <a:extLst>
              <a:ext uri="{FF2B5EF4-FFF2-40B4-BE49-F238E27FC236}">
                <a16:creationId xmlns:a16="http://schemas.microsoft.com/office/drawing/2014/main" id="{53B5B4BF-040A-20D5-4F35-4847FEF3138E}"/>
              </a:ext>
            </a:extLst>
          </p:cNvPr>
          <p:cNvSpPr txBox="1"/>
          <p:nvPr/>
        </p:nvSpPr>
        <p:spPr>
          <a:xfrm>
            <a:off x="5277845" y="5574441"/>
            <a:ext cx="3179075" cy="338554"/>
          </a:xfrm>
          <a:prstGeom prst="rect">
            <a:avLst/>
          </a:prstGeom>
          <a:noFill/>
        </p:spPr>
        <p:txBody>
          <a:bodyPr wrap="none" rtlCol="0">
            <a:spAutoFit/>
          </a:bodyPr>
          <a:lstStyle/>
          <a:p>
            <a:r>
              <a:rPr lang="vi-VN" sz="1600"/>
              <a:t>Gắp vật vị trí này sang vị trí khác</a:t>
            </a:r>
            <a:endParaRPr lang="en-US" sz="1600"/>
          </a:p>
        </p:txBody>
      </p:sp>
    </p:spTree>
    <p:extLst>
      <p:ext uri="{BB962C8B-B14F-4D97-AF65-F5344CB8AC3E}">
        <p14:creationId xmlns:p14="http://schemas.microsoft.com/office/powerpoint/2010/main" val="1091174288"/>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B89F940-09A2-9A6E-11ED-F5C0D10809E7}"/>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BBFE2CC0-7571-B663-65C0-3FC27F659E96}"/>
              </a:ext>
            </a:extLst>
          </p:cNvPr>
          <p:cNvSpPr>
            <a:spLocks noGrp="1"/>
          </p:cNvSpPr>
          <p:nvPr>
            <p:ph type="sldNum" sz="quarter" idx="12"/>
          </p:nvPr>
        </p:nvSpPr>
        <p:spPr/>
        <p:txBody>
          <a:bodyPr/>
          <a:lstStyle/>
          <a:p>
            <a:fld id="{9EA0BE3B-158A-4EDF-80DC-E394A0D1600F}" type="slidenum">
              <a:rPr lang="en-US" smtClean="0"/>
              <a:t>10</a:t>
            </a:fld>
            <a:endParaRPr lang="en-US"/>
          </a:p>
        </p:txBody>
      </p:sp>
      <p:sp>
        <p:nvSpPr>
          <p:cNvPr id="3" name="Title 10">
            <a:extLst>
              <a:ext uri="{FF2B5EF4-FFF2-40B4-BE49-F238E27FC236}">
                <a16:creationId xmlns:a16="http://schemas.microsoft.com/office/drawing/2014/main" id="{F526BF96-DA44-7F8B-7421-0D5308775D52}"/>
              </a:ext>
            </a:extLst>
          </p:cNvPr>
          <p:cNvSpPr txBox="1"/>
          <p:nvPr/>
        </p:nvSpPr>
        <p:spPr>
          <a:xfrm>
            <a:off x="4181094" y="3021991"/>
            <a:ext cx="4197975" cy="814017"/>
          </a:xfrm>
          <a:prstGeom prst="rect">
            <a:avLst/>
          </a:prstGeom>
        </p:spPr>
        <p:txBody>
          <a:bodyPr/>
          <a:lstStyle>
            <a:lvl1pPr algn="l" defTabSz="914400" rtl="0" eaLnBrk="1" latinLnBrk="0" hangingPunct="1">
              <a:lnSpc>
                <a:spcPct val="90000"/>
              </a:lnSpc>
              <a:spcBef>
                <a:spcPct val="0"/>
              </a:spcBef>
              <a:buNone/>
              <a:defRPr sz="6000" b="1" kern="1200">
                <a:solidFill>
                  <a:srgbClr val="C00000"/>
                </a:solidFill>
                <a:latin typeface="Lato" panose="020F0502020204030203" pitchFamily="34" charset="0"/>
                <a:ea typeface="Lato" panose="020F0502020204030203" pitchFamily="34" charset="0"/>
                <a:cs typeface="Lato" panose="020F0502020204030203" pitchFamily="34" charset="0"/>
              </a:defRPr>
            </a:lvl1pPr>
          </a:lstStyle>
          <a:p>
            <a:r>
              <a:rPr lang="en-US" sz="4800">
                <a:latin typeface="Aptos" panose="020B0004020202020204" pitchFamily="34" charset="0"/>
              </a:rPr>
              <a:t>THANK YOU !</a:t>
            </a:r>
          </a:p>
        </p:txBody>
      </p:sp>
      <p:sp>
        <p:nvSpPr>
          <p:cNvPr id="4" name="Rectangle 3">
            <a:extLst>
              <a:ext uri="{FF2B5EF4-FFF2-40B4-BE49-F238E27FC236}">
                <a16:creationId xmlns:a16="http://schemas.microsoft.com/office/drawing/2014/main" id="{F597B7BE-401E-3285-6DC2-582B2CAEE1A3}"/>
              </a:ext>
            </a:extLst>
          </p:cNvPr>
          <p:cNvSpPr/>
          <p:nvPr/>
        </p:nvSpPr>
        <p:spPr>
          <a:xfrm>
            <a:off x="177282" y="6326155"/>
            <a:ext cx="2995126" cy="365125"/>
          </a:xfrm>
          <a:prstGeom prst="rect">
            <a:avLst/>
          </a:prstGeom>
          <a:solidFill>
            <a:srgbClr val="BF2135"/>
          </a:solidFill>
          <a:ln>
            <a:solidFill>
              <a:srgbClr val="BF2135"/>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031605267"/>
      </p:ext>
    </p:extLst>
  </p:cSld>
  <p:clrMapOvr>
    <a:masterClrMapping/>
  </p:clrMapOvr>
  <mc:AlternateContent xmlns:mc="http://schemas.openxmlformats.org/markup-compatibility/2006" xmlns:p14="http://schemas.microsoft.com/office/powerpoint/2010/main">
    <mc:Choice Requires="p14">
      <p:transition spd="slow" p14:dur="5000"/>
    </mc:Choice>
    <mc:Fallback xmlns="">
      <p:transition spd="slow"/>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p:cTn id="7" dur="500" fill="hold"/>
                                        <p:tgtEl>
                                          <p:spTgt spid="3"/>
                                        </p:tgtEl>
                                        <p:attrNameLst>
                                          <p:attrName>ppt_w</p:attrName>
                                        </p:attrNameLst>
                                      </p:cBhvr>
                                      <p:tavLst>
                                        <p:tav tm="0">
                                          <p:val>
                                            <p:fltVal val="0"/>
                                          </p:val>
                                        </p:tav>
                                        <p:tav tm="100000">
                                          <p:val>
                                            <p:strVal val="#ppt_w"/>
                                          </p:val>
                                        </p:tav>
                                      </p:tavLst>
                                    </p:anim>
                                    <p:anim calcmode="lin" valueType="num">
                                      <p:cBhvr>
                                        <p:cTn id="8" dur="500" fill="hold"/>
                                        <p:tgtEl>
                                          <p:spTgt spid="3"/>
                                        </p:tgtEl>
                                        <p:attrNameLst>
                                          <p:attrName>ppt_h</p:attrName>
                                        </p:attrNameLst>
                                      </p:cBhvr>
                                      <p:tavLst>
                                        <p:tav tm="0">
                                          <p:val>
                                            <p:fltVal val="0"/>
                                          </p:val>
                                        </p:tav>
                                        <p:tav tm="100000">
                                          <p:val>
                                            <p:strVal val="#ppt_h"/>
                                          </p:val>
                                        </p:tav>
                                      </p:tavLst>
                                    </p:anim>
                                    <p:animEffect transition="in" filter="fade">
                                      <p:cBhvr>
                                        <p:cTn id="9"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Them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Theme</Template>
  <TotalTime>4305</TotalTime>
  <Words>532</Words>
  <Application>Microsoft Office PowerPoint</Application>
  <PresentationFormat>On-screen Show (4:3)</PresentationFormat>
  <Paragraphs>101</Paragraphs>
  <Slides>10</Slides>
  <Notes>0</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10</vt:i4>
      </vt:variant>
    </vt:vector>
  </HeadingPairs>
  <TitlesOfParts>
    <vt:vector size="19" baseType="lpstr">
      <vt:lpstr>Aptos</vt:lpstr>
      <vt:lpstr>Arial</vt:lpstr>
      <vt:lpstr>Calibri</vt:lpstr>
      <vt:lpstr>Cambria Math</vt:lpstr>
      <vt:lpstr>Google Sans Text</vt:lpstr>
      <vt:lpstr>Lato</vt:lpstr>
      <vt:lpstr>Symbol</vt:lpstr>
      <vt:lpstr>Wingdings</vt:lpstr>
      <vt:lpstr>Office Theme</vt:lpstr>
      <vt:lpstr>PowerPoint Presentation</vt:lpstr>
      <vt:lpstr>Mục Tiêu</vt:lpstr>
      <vt:lpstr>Mô hình UR5</vt:lpstr>
      <vt:lpstr>Tổng quan</vt:lpstr>
      <vt:lpstr>Tổng quan</vt:lpstr>
      <vt:lpstr>Tổng quan</vt:lpstr>
      <vt:lpstr>Tổng quan</vt:lpstr>
      <vt:lpstr>Động học thuận + nghịch</vt:lpstr>
      <vt:lpstr>Điều khiển + bám quỹ đạo</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Phong TT &amp; QTTH</dc:creator>
  <cp:lastModifiedBy>minh vuong</cp:lastModifiedBy>
  <cp:revision>63</cp:revision>
  <dcterms:created xsi:type="dcterms:W3CDTF">2021-05-28T04:32:00Z</dcterms:created>
  <dcterms:modified xsi:type="dcterms:W3CDTF">2026-04-29T05:59:02Z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0B582F0C14384227AF4B196A6F864DCB_13</vt:lpwstr>
  </property>
  <property fmtid="{D5CDD505-2E9C-101B-9397-08002B2CF9AE}" pid="3" name="KSOProductBuildVer">
    <vt:lpwstr>1033-12.2.0.21179</vt:lpwstr>
  </property>
</Properties>
</file>